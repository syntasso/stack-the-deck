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Lst>
  <p:sldSz cy="2484000" cx="3420000"/>
  <p:notesSz cx="6858000" cy="9144000"/>
  <p:embeddedFontLst>
    <p:embeddedFont>
      <p:font typeface="Figtree Medium"/>
      <p:regular r:id="rId61"/>
      <p:bold r:id="rId62"/>
      <p:italic r:id="rId63"/>
      <p:boldItalic r:id="rId64"/>
    </p:embeddedFont>
    <p:embeddedFont>
      <p:font typeface="Figtree"/>
      <p:regular r:id="rId65"/>
      <p:bold r:id="rId66"/>
      <p:italic r:id="rId67"/>
      <p:boldItalic r:id="rId68"/>
    </p:embeddedFont>
    <p:embeddedFont>
      <p:font typeface="Figtree SemiBold"/>
      <p:regular r:id="rId69"/>
      <p:bold r:id="rId70"/>
      <p:italic r:id="rId71"/>
      <p:boldItalic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82">
          <p15:clr>
            <a:srgbClr val="747775"/>
          </p15:clr>
        </p15:guide>
        <p15:guide id="2" pos="1077">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82" orient="horz"/>
        <p:guide pos="1077"/>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2" Type="http://schemas.openxmlformats.org/officeDocument/2006/relationships/font" Target="fonts/FigtreeSemiBold-boldItalic.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FigtreeSemiBold-italic.fntdata"/><Relationship Id="rId70" Type="http://schemas.openxmlformats.org/officeDocument/2006/relationships/font" Target="fonts/FigtreeSemiBold-bold.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FigtreeMedium-bold.fntdata"/><Relationship Id="rId61" Type="http://schemas.openxmlformats.org/officeDocument/2006/relationships/font" Target="fonts/FigtreeMedium-regular.fntdata"/><Relationship Id="rId20" Type="http://schemas.openxmlformats.org/officeDocument/2006/relationships/slide" Target="slides/slide15.xml"/><Relationship Id="rId64" Type="http://schemas.openxmlformats.org/officeDocument/2006/relationships/font" Target="fonts/FigtreeMedium-boldItalic.fntdata"/><Relationship Id="rId63" Type="http://schemas.openxmlformats.org/officeDocument/2006/relationships/font" Target="fonts/FigtreeMedium-italic.fntdata"/><Relationship Id="rId22" Type="http://schemas.openxmlformats.org/officeDocument/2006/relationships/slide" Target="slides/slide17.xml"/><Relationship Id="rId66" Type="http://schemas.openxmlformats.org/officeDocument/2006/relationships/font" Target="fonts/Figtree-bold.fntdata"/><Relationship Id="rId21" Type="http://schemas.openxmlformats.org/officeDocument/2006/relationships/slide" Target="slides/slide16.xml"/><Relationship Id="rId65" Type="http://schemas.openxmlformats.org/officeDocument/2006/relationships/font" Target="fonts/Figtree-regular.fntdata"/><Relationship Id="rId24" Type="http://schemas.openxmlformats.org/officeDocument/2006/relationships/slide" Target="slides/slide19.xml"/><Relationship Id="rId68" Type="http://schemas.openxmlformats.org/officeDocument/2006/relationships/font" Target="fonts/Figtree-boldItalic.fntdata"/><Relationship Id="rId23" Type="http://schemas.openxmlformats.org/officeDocument/2006/relationships/slide" Target="slides/slide18.xml"/><Relationship Id="rId67" Type="http://schemas.openxmlformats.org/officeDocument/2006/relationships/font" Target="fonts/Figtree-italic.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FigtreeSemiBold-regular.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3a83a7ceef_1_3: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3a83a7ceef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af853010e1_0_711: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2af853010e1_0_7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3a37bdba7f_0_83: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3a37bdba7f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3bb146551b_0_8: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3bb146551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af853010e1_0_696: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af853010e1_0_6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3a83a7ceef_0_0: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3a83a7cee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3a83a7ceef_0_10: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3a83a7cee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3bb146551b_0_3: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3bb146551b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af853010e1_0_137: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af853010e1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af853010e1_0_681: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af853010e1_0_6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7ac36654bc_0_18: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7ac36654bc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af853010e1_0_691: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af853010e1_0_6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af853010e1_0_701: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af853010e1_0_7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af853010e1_0_121: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af853010e1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af853010e1_0_476: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af853010e1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af853010e1_0_481: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af853010e1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af853010e1_0_486: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af853010e1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af853010e1_0_491: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af853010e1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af853010e1_0_496: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af853010e1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af853010e1_0_747: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af853010e1_0_7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af853010e1_0_506: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af853010e1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af853010e1_0_511: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af853010e1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af853010e1_0_516: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af853010e1_0_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af853010e1_0_521: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af853010e1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af853010e1_0_526: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af853010e1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af853010e1_0_185: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2af853010e1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af853010e1_0_132: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af853010e1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af853010e1_0_536: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af853010e1_0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af853010e1_0_551: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2af853010e1_0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af853010e1_0_556: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2af853010e1_0_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af853010e1_0_561: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af853010e1_0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2af853010e1_0_195: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2af853010e1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af853010e1_0_142: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2af853010e1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af853010e1_0_566: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2af853010e1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af853010e1_0_571: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af853010e1_0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af853010e1_0_576: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af853010e1_0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af853010e1_0_581: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2af853010e1_0_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af853010e1_0_586: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2af853010e1_0_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af853010e1_0_591: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2af853010e1_0_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af853010e1_0_596: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af853010e1_0_5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2af853010e1_0_601: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2af853010e1_0_6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af853010e1_0_606: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2af853010e1_0_6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af853010e1_0_200: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af853010e1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af853010e1_0_762: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2af853010e1_0_7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2af853010e1_0_149: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2af853010e1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2af853010e1_0_616: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2af853010e1_0_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2af853010e1_0_621: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2af853010e1_0_6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2af853010e1_0_626: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2af853010e1_0_6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2af853010e1_0_631: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2af853010e1_0_6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af853010e1_0_641: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2af853010e1_0_6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af853010e1_0_646: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2af853010e1_0_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2af853010e1_0_651: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2af853010e1_0_6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2af853010e1_0_671: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2af853010e1_0_6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2af853010e1_0_205: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2af853010e1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2af853010e1_0_757:notes"/>
          <p:cNvSpPr/>
          <p:nvPr>
            <p:ph idx="2" type="sldImg"/>
          </p:nvPr>
        </p:nvSpPr>
        <p:spPr>
          <a:xfrm>
            <a:off x="1068815" y="685800"/>
            <a:ext cx="47205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2af853010e1_0_7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verview">
  <p:cSld name="CUSTOM">
    <p:spTree>
      <p:nvGrpSpPr>
        <p:cNvPr id="7" name="Shape 7"/>
        <p:cNvGrpSpPr/>
        <p:nvPr/>
      </p:nvGrpSpPr>
      <p:grpSpPr>
        <a:xfrm>
          <a:off x="0" y="0"/>
          <a:ext cx="0" cy="0"/>
          <a:chOff x="0" y="0"/>
          <a:chExt cx="0" cy="0"/>
        </a:xfrm>
      </p:grpSpPr>
      <p:sp>
        <p:nvSpPr>
          <p:cNvPr id="8" name="Google Shape;8;p2"/>
          <p:cNvSpPr/>
          <p:nvPr/>
        </p:nvSpPr>
        <p:spPr>
          <a:xfrm>
            <a:off x="0" y="0"/>
            <a:ext cx="3420000" cy="471000"/>
          </a:xfrm>
          <a:prstGeom prst="rect">
            <a:avLst/>
          </a:prstGeom>
          <a:solidFill>
            <a:srgbClr val="430D6B"/>
          </a:solidFill>
          <a:ln>
            <a:noFill/>
          </a:ln>
        </p:spPr>
        <p:txBody>
          <a:bodyPr anchorCtr="0" anchor="ctr" bIns="94800" lIns="94800" spcFirstLastPara="1" rIns="94800" wrap="square" tIns="94800">
            <a:noAutofit/>
          </a:bodyPr>
          <a:lstStyle/>
          <a:p>
            <a:pPr indent="0" lvl="0" marL="0" rtl="0" algn="ctr">
              <a:spcBef>
                <a:spcPts val="0"/>
              </a:spcBef>
              <a:spcAft>
                <a:spcPts val="0"/>
              </a:spcAft>
              <a:buNone/>
            </a:pPr>
            <a:r>
              <a:t/>
            </a:r>
            <a:endParaRPr sz="1500"/>
          </a:p>
        </p:txBody>
      </p:sp>
      <p:sp>
        <p:nvSpPr>
          <p:cNvPr id="9" name="Google Shape;9;p2"/>
          <p:cNvSpPr txBox="1"/>
          <p:nvPr/>
        </p:nvSpPr>
        <p:spPr>
          <a:xfrm>
            <a:off x="1347877" y="229937"/>
            <a:ext cx="1923300" cy="195600"/>
          </a:xfrm>
          <a:prstGeom prst="rect">
            <a:avLst/>
          </a:prstGeom>
          <a:noFill/>
          <a:ln>
            <a:noFill/>
          </a:ln>
        </p:spPr>
        <p:txBody>
          <a:bodyPr anchorCtr="0" anchor="ctr" bIns="94800" lIns="94800" spcFirstLastPara="1" rIns="94800" wrap="square" tIns="94800">
            <a:noAutofit/>
          </a:bodyPr>
          <a:lstStyle/>
          <a:p>
            <a:pPr indent="0" lvl="0" marL="0" rtl="0" algn="r">
              <a:spcBef>
                <a:spcPts val="0"/>
              </a:spcBef>
              <a:spcAft>
                <a:spcPts val="0"/>
              </a:spcAft>
              <a:buNone/>
            </a:pPr>
            <a:r>
              <a:rPr lang="en-GB" sz="1700">
                <a:solidFill>
                  <a:schemeClr val="lt1"/>
                </a:solidFill>
                <a:latin typeface="Figtree SemiBold"/>
                <a:ea typeface="Figtree SemiBold"/>
                <a:cs typeface="Figtree SemiBold"/>
                <a:sym typeface="Figtree SemiBold"/>
              </a:rPr>
              <a:t>Overview</a:t>
            </a:r>
            <a:endParaRPr sz="1700">
              <a:solidFill>
                <a:schemeClr val="lt1"/>
              </a:solidFill>
              <a:latin typeface="Figtree SemiBold"/>
              <a:ea typeface="Figtree SemiBold"/>
              <a:cs typeface="Figtree SemiBold"/>
              <a:sym typeface="Figtree SemiBold"/>
            </a:endParaRPr>
          </a:p>
        </p:txBody>
      </p:sp>
      <p:pic>
        <p:nvPicPr>
          <p:cNvPr id="10" name="Google Shape;10;p2"/>
          <p:cNvPicPr preferRelativeResize="0"/>
          <p:nvPr/>
        </p:nvPicPr>
        <p:blipFill rotWithShape="1">
          <a:blip r:embed="rId2">
            <a:alphaModFix/>
          </a:blip>
          <a:srcRect b="24070" l="1119" r="93259" t="0"/>
          <a:stretch/>
        </p:blipFill>
        <p:spPr>
          <a:xfrm>
            <a:off x="153319" y="181007"/>
            <a:ext cx="288527" cy="293385"/>
          </a:xfrm>
          <a:prstGeom prst="rect">
            <a:avLst/>
          </a:prstGeom>
          <a:noFill/>
          <a:ln>
            <a:noFill/>
          </a:ln>
        </p:spPr>
      </p:pic>
      <p:sp>
        <p:nvSpPr>
          <p:cNvPr id="11" name="Google Shape;11;p2"/>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lvl1pPr lvl="0">
              <a:spcBef>
                <a:spcPts val="0"/>
              </a:spcBef>
              <a:spcAft>
                <a:spcPts val="0"/>
              </a:spcAft>
              <a:buSzPts val="1500"/>
              <a:buFont typeface="Figtree Medium"/>
              <a:buNone/>
              <a:defRPr>
                <a:latin typeface="Figtree Medium"/>
                <a:ea typeface="Figtree Medium"/>
                <a:cs typeface="Figtree Medium"/>
                <a:sym typeface="Figtree Medium"/>
              </a:defRPr>
            </a:lvl1pPr>
            <a:lvl2pPr lvl="1">
              <a:spcBef>
                <a:spcPts val="0"/>
              </a:spcBef>
              <a:spcAft>
                <a:spcPts val="0"/>
              </a:spcAft>
              <a:buSzPts val="1500"/>
              <a:buFont typeface="Figtree Medium"/>
              <a:buNone/>
              <a:defRPr>
                <a:latin typeface="Figtree Medium"/>
                <a:ea typeface="Figtree Medium"/>
                <a:cs typeface="Figtree Medium"/>
                <a:sym typeface="Figtree Medium"/>
              </a:defRPr>
            </a:lvl2pPr>
            <a:lvl3pPr lvl="2">
              <a:spcBef>
                <a:spcPts val="0"/>
              </a:spcBef>
              <a:spcAft>
                <a:spcPts val="0"/>
              </a:spcAft>
              <a:buSzPts val="1500"/>
              <a:buFont typeface="Figtree Medium"/>
              <a:buNone/>
              <a:defRPr>
                <a:latin typeface="Figtree Medium"/>
                <a:ea typeface="Figtree Medium"/>
                <a:cs typeface="Figtree Medium"/>
                <a:sym typeface="Figtree Medium"/>
              </a:defRPr>
            </a:lvl3pPr>
            <a:lvl4pPr lvl="3">
              <a:spcBef>
                <a:spcPts val="0"/>
              </a:spcBef>
              <a:spcAft>
                <a:spcPts val="0"/>
              </a:spcAft>
              <a:buSzPts val="1500"/>
              <a:buFont typeface="Figtree Medium"/>
              <a:buNone/>
              <a:defRPr>
                <a:latin typeface="Figtree Medium"/>
                <a:ea typeface="Figtree Medium"/>
                <a:cs typeface="Figtree Medium"/>
                <a:sym typeface="Figtree Medium"/>
              </a:defRPr>
            </a:lvl4pPr>
            <a:lvl5pPr lvl="4">
              <a:spcBef>
                <a:spcPts val="0"/>
              </a:spcBef>
              <a:spcAft>
                <a:spcPts val="0"/>
              </a:spcAft>
              <a:buSzPts val="1500"/>
              <a:buFont typeface="Figtree Medium"/>
              <a:buNone/>
              <a:defRPr>
                <a:latin typeface="Figtree Medium"/>
                <a:ea typeface="Figtree Medium"/>
                <a:cs typeface="Figtree Medium"/>
                <a:sym typeface="Figtree Medium"/>
              </a:defRPr>
            </a:lvl5pPr>
            <a:lvl6pPr lvl="5">
              <a:spcBef>
                <a:spcPts val="0"/>
              </a:spcBef>
              <a:spcAft>
                <a:spcPts val="0"/>
              </a:spcAft>
              <a:buSzPts val="1500"/>
              <a:buFont typeface="Figtree Medium"/>
              <a:buNone/>
              <a:defRPr>
                <a:latin typeface="Figtree Medium"/>
                <a:ea typeface="Figtree Medium"/>
                <a:cs typeface="Figtree Medium"/>
                <a:sym typeface="Figtree Medium"/>
              </a:defRPr>
            </a:lvl6pPr>
            <a:lvl7pPr lvl="6">
              <a:spcBef>
                <a:spcPts val="0"/>
              </a:spcBef>
              <a:spcAft>
                <a:spcPts val="0"/>
              </a:spcAft>
              <a:buSzPts val="1500"/>
              <a:buFont typeface="Figtree Medium"/>
              <a:buNone/>
              <a:defRPr>
                <a:latin typeface="Figtree Medium"/>
                <a:ea typeface="Figtree Medium"/>
                <a:cs typeface="Figtree Medium"/>
                <a:sym typeface="Figtree Medium"/>
              </a:defRPr>
            </a:lvl7pPr>
            <a:lvl8pPr lvl="7">
              <a:spcBef>
                <a:spcPts val="0"/>
              </a:spcBef>
              <a:spcAft>
                <a:spcPts val="0"/>
              </a:spcAft>
              <a:buSzPts val="1500"/>
              <a:buFont typeface="Figtree Medium"/>
              <a:buNone/>
              <a:defRPr>
                <a:latin typeface="Figtree Medium"/>
                <a:ea typeface="Figtree Medium"/>
                <a:cs typeface="Figtree Medium"/>
                <a:sym typeface="Figtree Medium"/>
              </a:defRPr>
            </a:lvl8pPr>
            <a:lvl9pPr lvl="8">
              <a:spcBef>
                <a:spcPts val="0"/>
              </a:spcBef>
              <a:spcAft>
                <a:spcPts val="0"/>
              </a:spcAft>
              <a:buSzPts val="1500"/>
              <a:buFont typeface="Figtree Medium"/>
              <a:buNone/>
              <a:defRPr>
                <a:latin typeface="Figtree Medium"/>
                <a:ea typeface="Figtree Medium"/>
                <a:cs typeface="Figtree Medium"/>
                <a:sym typeface="Figtree Medium"/>
              </a:defRPr>
            </a:lvl9pPr>
          </a:lstStyle>
          <a:p/>
        </p:txBody>
      </p:sp>
      <p:sp>
        <p:nvSpPr>
          <p:cNvPr id="12" name="Google Shape;12;p2"/>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lvl1pPr lvl="0">
              <a:spcBef>
                <a:spcPts val="0"/>
              </a:spcBef>
              <a:spcAft>
                <a:spcPts val="0"/>
              </a:spcAft>
              <a:buSzPts val="1000"/>
              <a:buFont typeface="Figtree"/>
              <a:buNone/>
              <a:defRPr sz="1000">
                <a:latin typeface="Figtree"/>
                <a:ea typeface="Figtree"/>
                <a:cs typeface="Figtree"/>
                <a:sym typeface="Figtree"/>
              </a:defRPr>
            </a:lvl1pPr>
            <a:lvl2pPr lvl="1">
              <a:spcBef>
                <a:spcPts val="0"/>
              </a:spcBef>
              <a:spcAft>
                <a:spcPts val="0"/>
              </a:spcAft>
              <a:buSzPts val="1000"/>
              <a:buFont typeface="Figtree"/>
              <a:buNone/>
              <a:defRPr sz="1000">
                <a:latin typeface="Figtree"/>
                <a:ea typeface="Figtree"/>
                <a:cs typeface="Figtree"/>
                <a:sym typeface="Figtree"/>
              </a:defRPr>
            </a:lvl2pPr>
            <a:lvl3pPr lvl="2">
              <a:spcBef>
                <a:spcPts val="0"/>
              </a:spcBef>
              <a:spcAft>
                <a:spcPts val="0"/>
              </a:spcAft>
              <a:buSzPts val="1000"/>
              <a:buFont typeface="Figtree"/>
              <a:buNone/>
              <a:defRPr sz="1000">
                <a:latin typeface="Figtree"/>
                <a:ea typeface="Figtree"/>
                <a:cs typeface="Figtree"/>
                <a:sym typeface="Figtree"/>
              </a:defRPr>
            </a:lvl3pPr>
            <a:lvl4pPr lvl="3">
              <a:spcBef>
                <a:spcPts val="0"/>
              </a:spcBef>
              <a:spcAft>
                <a:spcPts val="0"/>
              </a:spcAft>
              <a:buSzPts val="1000"/>
              <a:buFont typeface="Figtree"/>
              <a:buNone/>
              <a:defRPr sz="1000">
                <a:latin typeface="Figtree"/>
                <a:ea typeface="Figtree"/>
                <a:cs typeface="Figtree"/>
                <a:sym typeface="Figtree"/>
              </a:defRPr>
            </a:lvl4pPr>
            <a:lvl5pPr lvl="4">
              <a:spcBef>
                <a:spcPts val="0"/>
              </a:spcBef>
              <a:spcAft>
                <a:spcPts val="0"/>
              </a:spcAft>
              <a:buSzPts val="1000"/>
              <a:buFont typeface="Figtree"/>
              <a:buNone/>
              <a:defRPr sz="1000">
                <a:latin typeface="Figtree"/>
                <a:ea typeface="Figtree"/>
                <a:cs typeface="Figtree"/>
                <a:sym typeface="Figtree"/>
              </a:defRPr>
            </a:lvl5pPr>
            <a:lvl6pPr lvl="5">
              <a:spcBef>
                <a:spcPts val="0"/>
              </a:spcBef>
              <a:spcAft>
                <a:spcPts val="0"/>
              </a:spcAft>
              <a:buSzPts val="1000"/>
              <a:buFont typeface="Figtree"/>
              <a:buNone/>
              <a:defRPr sz="1000">
                <a:latin typeface="Figtree"/>
                <a:ea typeface="Figtree"/>
                <a:cs typeface="Figtree"/>
                <a:sym typeface="Figtree"/>
              </a:defRPr>
            </a:lvl6pPr>
            <a:lvl7pPr lvl="6">
              <a:spcBef>
                <a:spcPts val="0"/>
              </a:spcBef>
              <a:spcAft>
                <a:spcPts val="0"/>
              </a:spcAft>
              <a:buSzPts val="1000"/>
              <a:buFont typeface="Figtree"/>
              <a:buNone/>
              <a:defRPr sz="1000">
                <a:latin typeface="Figtree"/>
                <a:ea typeface="Figtree"/>
                <a:cs typeface="Figtree"/>
                <a:sym typeface="Figtree"/>
              </a:defRPr>
            </a:lvl7pPr>
            <a:lvl8pPr lvl="7">
              <a:spcBef>
                <a:spcPts val="0"/>
              </a:spcBef>
              <a:spcAft>
                <a:spcPts val="0"/>
              </a:spcAft>
              <a:buSzPts val="1000"/>
              <a:buFont typeface="Figtree"/>
              <a:buNone/>
              <a:defRPr sz="1000">
                <a:latin typeface="Figtree"/>
                <a:ea typeface="Figtree"/>
                <a:cs typeface="Figtree"/>
                <a:sym typeface="Figtree"/>
              </a:defRPr>
            </a:lvl8pPr>
            <a:lvl9pPr lvl="8">
              <a:spcBef>
                <a:spcPts val="0"/>
              </a:spcBef>
              <a:spcAft>
                <a:spcPts val="0"/>
              </a:spcAft>
              <a:buSzPts val="1000"/>
              <a:buFont typeface="Figtree"/>
              <a:buNone/>
              <a:defRPr sz="1000">
                <a:latin typeface="Figtree"/>
                <a:ea typeface="Figtree"/>
                <a:cs typeface="Figtree"/>
                <a:sym typeface="Figtre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face">
  <p:cSld name="CUSTOM_4_1_1_1_1_1">
    <p:bg>
      <p:bgPr>
        <a:blipFill>
          <a:blip r:embed="rId2">
            <a:alphaModFix/>
          </a:blip>
          <a:stretch>
            <a:fillRect/>
          </a:stretch>
        </a:blipFill>
      </p:bgPr>
    </p:bg>
    <p:spTree>
      <p:nvGrpSpPr>
        <p:cNvPr id="13" name="Shape 13"/>
        <p:cNvGrpSpPr/>
        <p:nvPr/>
      </p:nvGrpSpPr>
      <p:grpSpPr>
        <a:xfrm>
          <a:off x="0" y="0"/>
          <a:ext cx="0" cy="0"/>
          <a:chOff x="0" y="0"/>
          <a:chExt cx="0" cy="0"/>
        </a:xfrm>
      </p:grpSpPr>
      <p:sp>
        <p:nvSpPr>
          <p:cNvPr id="14" name="Google Shape;14;p3"/>
          <p:cNvSpPr/>
          <p:nvPr/>
        </p:nvSpPr>
        <p:spPr>
          <a:xfrm>
            <a:off x="0" y="0"/>
            <a:ext cx="3420000" cy="470700"/>
          </a:xfrm>
          <a:prstGeom prst="rect">
            <a:avLst/>
          </a:prstGeom>
          <a:solidFill>
            <a:schemeClr val="dk2"/>
          </a:solidFill>
          <a:ln>
            <a:noFill/>
          </a:ln>
        </p:spPr>
        <p:txBody>
          <a:bodyPr anchorCtr="0" anchor="ctr" bIns="94800" lIns="94800" spcFirstLastPara="1" rIns="94800" wrap="square" tIns="94800">
            <a:noAutofit/>
          </a:bodyPr>
          <a:lstStyle/>
          <a:p>
            <a:pPr indent="0" lvl="0" marL="0" rtl="0" algn="ctr">
              <a:spcBef>
                <a:spcPts val="0"/>
              </a:spcBef>
              <a:spcAft>
                <a:spcPts val="0"/>
              </a:spcAft>
              <a:buNone/>
            </a:pPr>
            <a:r>
              <a:t/>
            </a:r>
            <a:endParaRPr sz="1500"/>
          </a:p>
        </p:txBody>
      </p:sp>
      <p:pic>
        <p:nvPicPr>
          <p:cNvPr id="15" name="Google Shape;15;p3"/>
          <p:cNvPicPr preferRelativeResize="0"/>
          <p:nvPr/>
        </p:nvPicPr>
        <p:blipFill>
          <a:blip r:embed="rId2">
            <a:alphaModFix/>
          </a:blip>
          <a:stretch>
            <a:fillRect/>
          </a:stretch>
        </p:blipFill>
        <p:spPr>
          <a:xfrm>
            <a:off x="143463" y="151125"/>
            <a:ext cx="303024" cy="303024"/>
          </a:xfrm>
          <a:prstGeom prst="rect">
            <a:avLst/>
          </a:prstGeom>
          <a:noFill/>
          <a:ln>
            <a:noFill/>
          </a:ln>
        </p:spPr>
      </p:pic>
      <p:sp>
        <p:nvSpPr>
          <p:cNvPr id="16" name="Google Shape;16;p3"/>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lvl1pPr lvl="0">
              <a:spcBef>
                <a:spcPts val="0"/>
              </a:spcBef>
              <a:spcAft>
                <a:spcPts val="0"/>
              </a:spcAft>
              <a:buSzPts val="1500"/>
              <a:buFont typeface="Figtree Medium"/>
              <a:buNone/>
              <a:defRPr>
                <a:latin typeface="Figtree Medium"/>
                <a:ea typeface="Figtree Medium"/>
                <a:cs typeface="Figtree Medium"/>
                <a:sym typeface="Figtree Medium"/>
              </a:defRPr>
            </a:lvl1pPr>
            <a:lvl2pPr lvl="1">
              <a:spcBef>
                <a:spcPts val="0"/>
              </a:spcBef>
              <a:spcAft>
                <a:spcPts val="0"/>
              </a:spcAft>
              <a:buSzPts val="1500"/>
              <a:buFont typeface="Figtree Medium"/>
              <a:buNone/>
              <a:defRPr>
                <a:latin typeface="Figtree Medium"/>
                <a:ea typeface="Figtree Medium"/>
                <a:cs typeface="Figtree Medium"/>
                <a:sym typeface="Figtree Medium"/>
              </a:defRPr>
            </a:lvl2pPr>
            <a:lvl3pPr lvl="2">
              <a:spcBef>
                <a:spcPts val="0"/>
              </a:spcBef>
              <a:spcAft>
                <a:spcPts val="0"/>
              </a:spcAft>
              <a:buSzPts val="1500"/>
              <a:buFont typeface="Figtree Medium"/>
              <a:buNone/>
              <a:defRPr>
                <a:latin typeface="Figtree Medium"/>
                <a:ea typeface="Figtree Medium"/>
                <a:cs typeface="Figtree Medium"/>
                <a:sym typeface="Figtree Medium"/>
              </a:defRPr>
            </a:lvl3pPr>
            <a:lvl4pPr lvl="3">
              <a:spcBef>
                <a:spcPts val="0"/>
              </a:spcBef>
              <a:spcAft>
                <a:spcPts val="0"/>
              </a:spcAft>
              <a:buSzPts val="1500"/>
              <a:buFont typeface="Figtree Medium"/>
              <a:buNone/>
              <a:defRPr>
                <a:latin typeface="Figtree Medium"/>
                <a:ea typeface="Figtree Medium"/>
                <a:cs typeface="Figtree Medium"/>
                <a:sym typeface="Figtree Medium"/>
              </a:defRPr>
            </a:lvl4pPr>
            <a:lvl5pPr lvl="4">
              <a:spcBef>
                <a:spcPts val="0"/>
              </a:spcBef>
              <a:spcAft>
                <a:spcPts val="0"/>
              </a:spcAft>
              <a:buSzPts val="1500"/>
              <a:buFont typeface="Figtree Medium"/>
              <a:buNone/>
              <a:defRPr>
                <a:latin typeface="Figtree Medium"/>
                <a:ea typeface="Figtree Medium"/>
                <a:cs typeface="Figtree Medium"/>
                <a:sym typeface="Figtree Medium"/>
              </a:defRPr>
            </a:lvl5pPr>
            <a:lvl6pPr lvl="5">
              <a:spcBef>
                <a:spcPts val="0"/>
              </a:spcBef>
              <a:spcAft>
                <a:spcPts val="0"/>
              </a:spcAft>
              <a:buSzPts val="1500"/>
              <a:buFont typeface="Figtree Medium"/>
              <a:buNone/>
              <a:defRPr>
                <a:latin typeface="Figtree Medium"/>
                <a:ea typeface="Figtree Medium"/>
                <a:cs typeface="Figtree Medium"/>
                <a:sym typeface="Figtree Medium"/>
              </a:defRPr>
            </a:lvl6pPr>
            <a:lvl7pPr lvl="6">
              <a:spcBef>
                <a:spcPts val="0"/>
              </a:spcBef>
              <a:spcAft>
                <a:spcPts val="0"/>
              </a:spcAft>
              <a:buSzPts val="1500"/>
              <a:buFont typeface="Figtree Medium"/>
              <a:buNone/>
              <a:defRPr>
                <a:latin typeface="Figtree Medium"/>
                <a:ea typeface="Figtree Medium"/>
                <a:cs typeface="Figtree Medium"/>
                <a:sym typeface="Figtree Medium"/>
              </a:defRPr>
            </a:lvl7pPr>
            <a:lvl8pPr lvl="7">
              <a:spcBef>
                <a:spcPts val="0"/>
              </a:spcBef>
              <a:spcAft>
                <a:spcPts val="0"/>
              </a:spcAft>
              <a:buSzPts val="1500"/>
              <a:buFont typeface="Figtree Medium"/>
              <a:buNone/>
              <a:defRPr>
                <a:latin typeface="Figtree Medium"/>
                <a:ea typeface="Figtree Medium"/>
                <a:cs typeface="Figtree Medium"/>
                <a:sym typeface="Figtree Medium"/>
              </a:defRPr>
            </a:lvl8pPr>
            <a:lvl9pPr lvl="8">
              <a:spcBef>
                <a:spcPts val="0"/>
              </a:spcBef>
              <a:spcAft>
                <a:spcPts val="0"/>
              </a:spcAft>
              <a:buSzPts val="1500"/>
              <a:buFont typeface="Figtree Medium"/>
              <a:buNone/>
              <a:defRPr>
                <a:latin typeface="Figtree Medium"/>
                <a:ea typeface="Figtree Medium"/>
                <a:cs typeface="Figtree Medium"/>
                <a:sym typeface="Figtree Medium"/>
              </a:defRPr>
            </a:lvl9pPr>
          </a:lstStyle>
          <a:p/>
        </p:txBody>
      </p:sp>
      <p:sp>
        <p:nvSpPr>
          <p:cNvPr id="17" name="Google Shape;17;p3"/>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lvl1pPr lvl="0">
              <a:spcBef>
                <a:spcPts val="0"/>
              </a:spcBef>
              <a:spcAft>
                <a:spcPts val="0"/>
              </a:spcAft>
              <a:buSzPts val="1000"/>
              <a:buFont typeface="Figtree"/>
              <a:buNone/>
              <a:defRPr sz="1000">
                <a:latin typeface="Figtree"/>
                <a:ea typeface="Figtree"/>
                <a:cs typeface="Figtree"/>
                <a:sym typeface="Figtree"/>
              </a:defRPr>
            </a:lvl1pPr>
            <a:lvl2pPr lvl="1">
              <a:spcBef>
                <a:spcPts val="1000"/>
              </a:spcBef>
              <a:spcAft>
                <a:spcPts val="0"/>
              </a:spcAft>
              <a:buSzPts val="1000"/>
              <a:buFont typeface="Figtree"/>
              <a:buNone/>
              <a:defRPr sz="1000">
                <a:latin typeface="Figtree"/>
                <a:ea typeface="Figtree"/>
                <a:cs typeface="Figtree"/>
                <a:sym typeface="Figtree"/>
              </a:defRPr>
            </a:lvl2pPr>
            <a:lvl3pPr lvl="2">
              <a:spcBef>
                <a:spcPts val="1000"/>
              </a:spcBef>
              <a:spcAft>
                <a:spcPts val="0"/>
              </a:spcAft>
              <a:buSzPts val="1000"/>
              <a:buFont typeface="Figtree"/>
              <a:buNone/>
              <a:defRPr sz="1000">
                <a:latin typeface="Figtree"/>
                <a:ea typeface="Figtree"/>
                <a:cs typeface="Figtree"/>
                <a:sym typeface="Figtree"/>
              </a:defRPr>
            </a:lvl3pPr>
            <a:lvl4pPr lvl="3">
              <a:spcBef>
                <a:spcPts val="1000"/>
              </a:spcBef>
              <a:spcAft>
                <a:spcPts val="0"/>
              </a:spcAft>
              <a:buSzPts val="1000"/>
              <a:buFont typeface="Figtree"/>
              <a:buNone/>
              <a:defRPr sz="1000">
                <a:latin typeface="Figtree"/>
                <a:ea typeface="Figtree"/>
                <a:cs typeface="Figtree"/>
                <a:sym typeface="Figtree"/>
              </a:defRPr>
            </a:lvl4pPr>
            <a:lvl5pPr lvl="4">
              <a:spcBef>
                <a:spcPts val="1000"/>
              </a:spcBef>
              <a:spcAft>
                <a:spcPts val="0"/>
              </a:spcAft>
              <a:buSzPts val="1000"/>
              <a:buFont typeface="Figtree"/>
              <a:buNone/>
              <a:defRPr sz="1000">
                <a:latin typeface="Figtree"/>
                <a:ea typeface="Figtree"/>
                <a:cs typeface="Figtree"/>
                <a:sym typeface="Figtree"/>
              </a:defRPr>
            </a:lvl5pPr>
            <a:lvl6pPr lvl="5">
              <a:spcBef>
                <a:spcPts val="1000"/>
              </a:spcBef>
              <a:spcAft>
                <a:spcPts val="0"/>
              </a:spcAft>
              <a:buSzPts val="1000"/>
              <a:buFont typeface="Figtree"/>
              <a:buNone/>
              <a:defRPr sz="1000">
                <a:latin typeface="Figtree"/>
                <a:ea typeface="Figtree"/>
                <a:cs typeface="Figtree"/>
                <a:sym typeface="Figtree"/>
              </a:defRPr>
            </a:lvl6pPr>
            <a:lvl7pPr lvl="6">
              <a:spcBef>
                <a:spcPts val="1000"/>
              </a:spcBef>
              <a:spcAft>
                <a:spcPts val="0"/>
              </a:spcAft>
              <a:buSzPts val="1000"/>
              <a:buFont typeface="Figtree"/>
              <a:buNone/>
              <a:defRPr sz="1000">
                <a:latin typeface="Figtree"/>
                <a:ea typeface="Figtree"/>
                <a:cs typeface="Figtree"/>
                <a:sym typeface="Figtree"/>
              </a:defRPr>
            </a:lvl7pPr>
            <a:lvl8pPr lvl="7">
              <a:spcBef>
                <a:spcPts val="1000"/>
              </a:spcBef>
              <a:spcAft>
                <a:spcPts val="0"/>
              </a:spcAft>
              <a:buSzPts val="1000"/>
              <a:buFont typeface="Figtree"/>
              <a:buNone/>
              <a:defRPr sz="1000">
                <a:latin typeface="Figtree"/>
                <a:ea typeface="Figtree"/>
                <a:cs typeface="Figtree"/>
                <a:sym typeface="Figtree"/>
              </a:defRPr>
            </a:lvl8pPr>
            <a:lvl9pPr lvl="8">
              <a:spcBef>
                <a:spcPts val="1000"/>
              </a:spcBef>
              <a:spcAft>
                <a:spcPts val="1000"/>
              </a:spcAft>
              <a:buSzPts val="1000"/>
              <a:buFont typeface="Figtree"/>
              <a:buNone/>
              <a:defRPr sz="1000">
                <a:latin typeface="Figtree"/>
                <a:ea typeface="Figtree"/>
                <a:cs typeface="Figtree"/>
                <a:sym typeface="Figtree"/>
              </a:defRPr>
            </a:lvl9pPr>
          </a:lstStyle>
          <a:p/>
        </p:txBody>
      </p:sp>
      <p:sp>
        <p:nvSpPr>
          <p:cNvPr id="18" name="Google Shape;18;p3"/>
          <p:cNvSpPr txBox="1"/>
          <p:nvPr/>
        </p:nvSpPr>
        <p:spPr>
          <a:xfrm>
            <a:off x="1347877" y="229937"/>
            <a:ext cx="1923300" cy="195600"/>
          </a:xfrm>
          <a:prstGeom prst="rect">
            <a:avLst/>
          </a:prstGeom>
          <a:noFill/>
          <a:ln>
            <a:noFill/>
          </a:ln>
        </p:spPr>
        <p:txBody>
          <a:bodyPr anchorCtr="0" anchor="ctr" bIns="94800" lIns="94800" spcFirstLastPara="1" rIns="94800" wrap="square" tIns="94800">
            <a:noAutofit/>
          </a:bodyPr>
          <a:lstStyle/>
          <a:p>
            <a:pPr indent="0" lvl="0" marL="0" rtl="0" algn="r">
              <a:spcBef>
                <a:spcPts val="0"/>
              </a:spcBef>
              <a:spcAft>
                <a:spcPts val="0"/>
              </a:spcAft>
              <a:buNone/>
            </a:pPr>
            <a:r>
              <a:rPr lang="en-GB" sz="1700">
                <a:solidFill>
                  <a:schemeClr val="lt1"/>
                </a:solidFill>
                <a:latin typeface="Figtree SemiBold"/>
                <a:ea typeface="Figtree SemiBold"/>
                <a:cs typeface="Figtree SemiBold"/>
                <a:sym typeface="Figtree SemiBold"/>
              </a:rPr>
              <a:t>Interface</a:t>
            </a:r>
            <a:endParaRPr sz="1700">
              <a:solidFill>
                <a:schemeClr val="lt1"/>
              </a:solidFill>
              <a:latin typeface="Figtree SemiBold"/>
              <a:ea typeface="Figtree SemiBold"/>
              <a:cs typeface="Figtree SemiBold"/>
              <a:sym typeface="Figtree SemiBo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put">
  <p:cSld name="CUSTOM_4_1_1_1_1_1_1">
    <p:spTree>
      <p:nvGrpSpPr>
        <p:cNvPr id="19" name="Shape 19"/>
        <p:cNvGrpSpPr/>
        <p:nvPr/>
      </p:nvGrpSpPr>
      <p:grpSpPr>
        <a:xfrm>
          <a:off x="0" y="0"/>
          <a:ext cx="0" cy="0"/>
          <a:chOff x="0" y="0"/>
          <a:chExt cx="0" cy="0"/>
        </a:xfrm>
      </p:grpSpPr>
      <p:sp>
        <p:nvSpPr>
          <p:cNvPr id="20" name="Google Shape;20;p4"/>
          <p:cNvSpPr/>
          <p:nvPr/>
        </p:nvSpPr>
        <p:spPr>
          <a:xfrm>
            <a:off x="0" y="0"/>
            <a:ext cx="3420000" cy="470700"/>
          </a:xfrm>
          <a:prstGeom prst="rect">
            <a:avLst/>
          </a:prstGeom>
          <a:solidFill>
            <a:schemeClr val="accent5"/>
          </a:solidFill>
          <a:ln>
            <a:noFill/>
          </a:ln>
        </p:spPr>
        <p:txBody>
          <a:bodyPr anchorCtr="0" anchor="ctr" bIns="94800" lIns="94800" spcFirstLastPara="1" rIns="94800" wrap="square" tIns="94800">
            <a:noAutofit/>
          </a:bodyPr>
          <a:lstStyle/>
          <a:p>
            <a:pPr indent="0" lvl="0" marL="0" rtl="0" algn="ctr">
              <a:spcBef>
                <a:spcPts val="0"/>
              </a:spcBef>
              <a:spcAft>
                <a:spcPts val="0"/>
              </a:spcAft>
              <a:buNone/>
            </a:pPr>
            <a:r>
              <a:t/>
            </a:r>
            <a:endParaRPr sz="1500"/>
          </a:p>
        </p:txBody>
      </p:sp>
      <p:sp>
        <p:nvSpPr>
          <p:cNvPr id="21" name="Google Shape;21;p4"/>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lvl1pPr lvl="0">
              <a:spcBef>
                <a:spcPts val="0"/>
              </a:spcBef>
              <a:spcAft>
                <a:spcPts val="0"/>
              </a:spcAft>
              <a:buSzPts val="1500"/>
              <a:buFont typeface="Figtree Medium"/>
              <a:buNone/>
              <a:defRPr>
                <a:latin typeface="Figtree Medium"/>
                <a:ea typeface="Figtree Medium"/>
                <a:cs typeface="Figtree Medium"/>
                <a:sym typeface="Figtree Medium"/>
              </a:defRPr>
            </a:lvl1pPr>
            <a:lvl2pPr lvl="1">
              <a:spcBef>
                <a:spcPts val="0"/>
              </a:spcBef>
              <a:spcAft>
                <a:spcPts val="0"/>
              </a:spcAft>
              <a:buSzPts val="1500"/>
              <a:buFont typeface="Figtree Medium"/>
              <a:buNone/>
              <a:defRPr>
                <a:latin typeface="Figtree Medium"/>
                <a:ea typeface="Figtree Medium"/>
                <a:cs typeface="Figtree Medium"/>
                <a:sym typeface="Figtree Medium"/>
              </a:defRPr>
            </a:lvl2pPr>
            <a:lvl3pPr lvl="2">
              <a:spcBef>
                <a:spcPts val="0"/>
              </a:spcBef>
              <a:spcAft>
                <a:spcPts val="0"/>
              </a:spcAft>
              <a:buSzPts val="1500"/>
              <a:buFont typeface="Figtree Medium"/>
              <a:buNone/>
              <a:defRPr>
                <a:latin typeface="Figtree Medium"/>
                <a:ea typeface="Figtree Medium"/>
                <a:cs typeface="Figtree Medium"/>
                <a:sym typeface="Figtree Medium"/>
              </a:defRPr>
            </a:lvl3pPr>
            <a:lvl4pPr lvl="3">
              <a:spcBef>
                <a:spcPts val="0"/>
              </a:spcBef>
              <a:spcAft>
                <a:spcPts val="0"/>
              </a:spcAft>
              <a:buSzPts val="1500"/>
              <a:buFont typeface="Figtree Medium"/>
              <a:buNone/>
              <a:defRPr>
                <a:latin typeface="Figtree Medium"/>
                <a:ea typeface="Figtree Medium"/>
                <a:cs typeface="Figtree Medium"/>
                <a:sym typeface="Figtree Medium"/>
              </a:defRPr>
            </a:lvl4pPr>
            <a:lvl5pPr lvl="4">
              <a:spcBef>
                <a:spcPts val="0"/>
              </a:spcBef>
              <a:spcAft>
                <a:spcPts val="0"/>
              </a:spcAft>
              <a:buSzPts val="1500"/>
              <a:buFont typeface="Figtree Medium"/>
              <a:buNone/>
              <a:defRPr>
                <a:latin typeface="Figtree Medium"/>
                <a:ea typeface="Figtree Medium"/>
                <a:cs typeface="Figtree Medium"/>
                <a:sym typeface="Figtree Medium"/>
              </a:defRPr>
            </a:lvl5pPr>
            <a:lvl6pPr lvl="5">
              <a:spcBef>
                <a:spcPts val="0"/>
              </a:spcBef>
              <a:spcAft>
                <a:spcPts val="0"/>
              </a:spcAft>
              <a:buSzPts val="1500"/>
              <a:buFont typeface="Figtree Medium"/>
              <a:buNone/>
              <a:defRPr>
                <a:latin typeface="Figtree Medium"/>
                <a:ea typeface="Figtree Medium"/>
                <a:cs typeface="Figtree Medium"/>
                <a:sym typeface="Figtree Medium"/>
              </a:defRPr>
            </a:lvl6pPr>
            <a:lvl7pPr lvl="6">
              <a:spcBef>
                <a:spcPts val="0"/>
              </a:spcBef>
              <a:spcAft>
                <a:spcPts val="0"/>
              </a:spcAft>
              <a:buSzPts val="1500"/>
              <a:buFont typeface="Figtree Medium"/>
              <a:buNone/>
              <a:defRPr>
                <a:latin typeface="Figtree Medium"/>
                <a:ea typeface="Figtree Medium"/>
                <a:cs typeface="Figtree Medium"/>
                <a:sym typeface="Figtree Medium"/>
              </a:defRPr>
            </a:lvl7pPr>
            <a:lvl8pPr lvl="7">
              <a:spcBef>
                <a:spcPts val="0"/>
              </a:spcBef>
              <a:spcAft>
                <a:spcPts val="0"/>
              </a:spcAft>
              <a:buSzPts val="1500"/>
              <a:buFont typeface="Figtree Medium"/>
              <a:buNone/>
              <a:defRPr>
                <a:latin typeface="Figtree Medium"/>
                <a:ea typeface="Figtree Medium"/>
                <a:cs typeface="Figtree Medium"/>
                <a:sym typeface="Figtree Medium"/>
              </a:defRPr>
            </a:lvl8pPr>
            <a:lvl9pPr lvl="8">
              <a:spcBef>
                <a:spcPts val="0"/>
              </a:spcBef>
              <a:spcAft>
                <a:spcPts val="0"/>
              </a:spcAft>
              <a:buSzPts val="1500"/>
              <a:buFont typeface="Figtree Medium"/>
              <a:buNone/>
              <a:defRPr>
                <a:latin typeface="Figtree Medium"/>
                <a:ea typeface="Figtree Medium"/>
                <a:cs typeface="Figtree Medium"/>
                <a:sym typeface="Figtree Medium"/>
              </a:defRPr>
            </a:lvl9pPr>
          </a:lstStyle>
          <a:p/>
        </p:txBody>
      </p:sp>
      <p:sp>
        <p:nvSpPr>
          <p:cNvPr id="22" name="Google Shape;22;p4"/>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lvl1pPr lvl="0">
              <a:spcBef>
                <a:spcPts val="0"/>
              </a:spcBef>
              <a:spcAft>
                <a:spcPts val="0"/>
              </a:spcAft>
              <a:buSzPts val="1000"/>
              <a:buFont typeface="Figtree"/>
              <a:buNone/>
              <a:defRPr sz="1000">
                <a:latin typeface="Figtree"/>
                <a:ea typeface="Figtree"/>
                <a:cs typeface="Figtree"/>
                <a:sym typeface="Figtree"/>
              </a:defRPr>
            </a:lvl1pPr>
            <a:lvl2pPr lvl="1">
              <a:spcBef>
                <a:spcPts val="1000"/>
              </a:spcBef>
              <a:spcAft>
                <a:spcPts val="0"/>
              </a:spcAft>
              <a:buSzPts val="1000"/>
              <a:buFont typeface="Figtree"/>
              <a:buNone/>
              <a:defRPr sz="1000">
                <a:latin typeface="Figtree"/>
                <a:ea typeface="Figtree"/>
                <a:cs typeface="Figtree"/>
                <a:sym typeface="Figtree"/>
              </a:defRPr>
            </a:lvl2pPr>
            <a:lvl3pPr lvl="2">
              <a:spcBef>
                <a:spcPts val="1000"/>
              </a:spcBef>
              <a:spcAft>
                <a:spcPts val="0"/>
              </a:spcAft>
              <a:buSzPts val="1000"/>
              <a:buFont typeface="Figtree"/>
              <a:buNone/>
              <a:defRPr sz="1000">
                <a:latin typeface="Figtree"/>
                <a:ea typeface="Figtree"/>
                <a:cs typeface="Figtree"/>
                <a:sym typeface="Figtree"/>
              </a:defRPr>
            </a:lvl3pPr>
            <a:lvl4pPr lvl="3">
              <a:spcBef>
                <a:spcPts val="1000"/>
              </a:spcBef>
              <a:spcAft>
                <a:spcPts val="0"/>
              </a:spcAft>
              <a:buSzPts val="1000"/>
              <a:buFont typeface="Figtree"/>
              <a:buNone/>
              <a:defRPr sz="1000">
                <a:latin typeface="Figtree"/>
                <a:ea typeface="Figtree"/>
                <a:cs typeface="Figtree"/>
                <a:sym typeface="Figtree"/>
              </a:defRPr>
            </a:lvl4pPr>
            <a:lvl5pPr lvl="4">
              <a:spcBef>
                <a:spcPts val="1000"/>
              </a:spcBef>
              <a:spcAft>
                <a:spcPts val="0"/>
              </a:spcAft>
              <a:buSzPts val="1000"/>
              <a:buFont typeface="Figtree"/>
              <a:buNone/>
              <a:defRPr sz="1000">
                <a:latin typeface="Figtree"/>
                <a:ea typeface="Figtree"/>
                <a:cs typeface="Figtree"/>
                <a:sym typeface="Figtree"/>
              </a:defRPr>
            </a:lvl5pPr>
            <a:lvl6pPr lvl="5">
              <a:spcBef>
                <a:spcPts val="1000"/>
              </a:spcBef>
              <a:spcAft>
                <a:spcPts val="0"/>
              </a:spcAft>
              <a:buSzPts val="1000"/>
              <a:buFont typeface="Figtree"/>
              <a:buNone/>
              <a:defRPr sz="1000">
                <a:latin typeface="Figtree"/>
                <a:ea typeface="Figtree"/>
                <a:cs typeface="Figtree"/>
                <a:sym typeface="Figtree"/>
              </a:defRPr>
            </a:lvl6pPr>
            <a:lvl7pPr lvl="6">
              <a:spcBef>
                <a:spcPts val="1000"/>
              </a:spcBef>
              <a:spcAft>
                <a:spcPts val="0"/>
              </a:spcAft>
              <a:buSzPts val="1000"/>
              <a:buFont typeface="Figtree"/>
              <a:buNone/>
              <a:defRPr sz="1000">
                <a:latin typeface="Figtree"/>
                <a:ea typeface="Figtree"/>
                <a:cs typeface="Figtree"/>
                <a:sym typeface="Figtree"/>
              </a:defRPr>
            </a:lvl7pPr>
            <a:lvl8pPr lvl="7">
              <a:spcBef>
                <a:spcPts val="1000"/>
              </a:spcBef>
              <a:spcAft>
                <a:spcPts val="0"/>
              </a:spcAft>
              <a:buSzPts val="1000"/>
              <a:buFont typeface="Figtree"/>
              <a:buNone/>
              <a:defRPr sz="1000">
                <a:latin typeface="Figtree"/>
                <a:ea typeface="Figtree"/>
                <a:cs typeface="Figtree"/>
                <a:sym typeface="Figtree"/>
              </a:defRPr>
            </a:lvl8pPr>
            <a:lvl9pPr lvl="8">
              <a:spcBef>
                <a:spcPts val="1000"/>
              </a:spcBef>
              <a:spcAft>
                <a:spcPts val="1000"/>
              </a:spcAft>
              <a:buSzPts val="1000"/>
              <a:buFont typeface="Figtree"/>
              <a:buNone/>
              <a:defRPr sz="1000">
                <a:latin typeface="Figtree"/>
                <a:ea typeface="Figtree"/>
                <a:cs typeface="Figtree"/>
                <a:sym typeface="Figtree"/>
              </a:defRPr>
            </a:lvl9pPr>
          </a:lstStyle>
          <a:p/>
        </p:txBody>
      </p:sp>
      <p:sp>
        <p:nvSpPr>
          <p:cNvPr id="23" name="Google Shape;23;p4"/>
          <p:cNvSpPr txBox="1"/>
          <p:nvPr/>
        </p:nvSpPr>
        <p:spPr>
          <a:xfrm>
            <a:off x="1347877" y="229937"/>
            <a:ext cx="1923300" cy="195600"/>
          </a:xfrm>
          <a:prstGeom prst="rect">
            <a:avLst/>
          </a:prstGeom>
          <a:noFill/>
          <a:ln>
            <a:noFill/>
          </a:ln>
        </p:spPr>
        <p:txBody>
          <a:bodyPr anchorCtr="0" anchor="ctr" bIns="94800" lIns="94800" spcFirstLastPara="1" rIns="94800" wrap="square" tIns="94800">
            <a:noAutofit/>
          </a:bodyPr>
          <a:lstStyle/>
          <a:p>
            <a:pPr indent="0" lvl="0" marL="0" rtl="0" algn="r">
              <a:spcBef>
                <a:spcPts val="0"/>
              </a:spcBef>
              <a:spcAft>
                <a:spcPts val="0"/>
              </a:spcAft>
              <a:buNone/>
            </a:pPr>
            <a:r>
              <a:rPr lang="en-GB" sz="1700">
                <a:solidFill>
                  <a:schemeClr val="lt1"/>
                </a:solidFill>
                <a:latin typeface="Figtree SemiBold"/>
                <a:ea typeface="Figtree SemiBold"/>
                <a:cs typeface="Figtree SemiBold"/>
                <a:sym typeface="Figtree SemiBold"/>
              </a:rPr>
              <a:t>Input</a:t>
            </a:r>
            <a:endParaRPr sz="1700">
              <a:solidFill>
                <a:schemeClr val="lt1"/>
              </a:solidFill>
              <a:latin typeface="Figtree SemiBold"/>
              <a:ea typeface="Figtree SemiBold"/>
              <a:cs typeface="Figtree SemiBold"/>
              <a:sym typeface="Figtree SemiBold"/>
            </a:endParaRPr>
          </a:p>
        </p:txBody>
      </p:sp>
      <p:pic>
        <p:nvPicPr>
          <p:cNvPr id="24" name="Google Shape;24;p4"/>
          <p:cNvPicPr preferRelativeResize="0"/>
          <p:nvPr/>
        </p:nvPicPr>
        <p:blipFill>
          <a:blip r:embed="rId2">
            <a:alphaModFix/>
          </a:blip>
          <a:stretch>
            <a:fillRect/>
          </a:stretch>
        </p:blipFill>
        <p:spPr>
          <a:xfrm>
            <a:off x="166677" y="197389"/>
            <a:ext cx="241629" cy="24162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tput">
  <p:cSld name="CUSTOM_2">
    <p:spTree>
      <p:nvGrpSpPr>
        <p:cNvPr id="25" name="Shape 25"/>
        <p:cNvGrpSpPr/>
        <p:nvPr/>
      </p:nvGrpSpPr>
      <p:grpSpPr>
        <a:xfrm>
          <a:off x="0" y="0"/>
          <a:ext cx="0" cy="0"/>
          <a:chOff x="0" y="0"/>
          <a:chExt cx="0" cy="0"/>
        </a:xfrm>
      </p:grpSpPr>
      <p:sp>
        <p:nvSpPr>
          <p:cNvPr id="26" name="Google Shape;26;p5"/>
          <p:cNvSpPr/>
          <p:nvPr/>
        </p:nvSpPr>
        <p:spPr>
          <a:xfrm>
            <a:off x="0" y="0"/>
            <a:ext cx="3420000" cy="471000"/>
          </a:xfrm>
          <a:prstGeom prst="rect">
            <a:avLst/>
          </a:prstGeom>
          <a:solidFill>
            <a:schemeClr val="accent6"/>
          </a:solidFill>
          <a:ln>
            <a:noFill/>
          </a:ln>
        </p:spPr>
        <p:txBody>
          <a:bodyPr anchorCtr="0" anchor="ctr" bIns="94800" lIns="94800" spcFirstLastPara="1" rIns="94800" wrap="square" tIns="94800">
            <a:noAutofit/>
          </a:bodyPr>
          <a:lstStyle/>
          <a:p>
            <a:pPr indent="0" lvl="0" marL="0" rtl="0" algn="ctr">
              <a:spcBef>
                <a:spcPts val="0"/>
              </a:spcBef>
              <a:spcAft>
                <a:spcPts val="0"/>
              </a:spcAft>
              <a:buNone/>
            </a:pPr>
            <a:r>
              <a:t/>
            </a:r>
            <a:endParaRPr sz="1500"/>
          </a:p>
        </p:txBody>
      </p:sp>
      <p:pic>
        <p:nvPicPr>
          <p:cNvPr id="27" name="Google Shape;27;p5"/>
          <p:cNvPicPr preferRelativeResize="0"/>
          <p:nvPr/>
        </p:nvPicPr>
        <p:blipFill>
          <a:blip r:embed="rId2">
            <a:alphaModFix/>
          </a:blip>
          <a:stretch>
            <a:fillRect/>
          </a:stretch>
        </p:blipFill>
        <p:spPr>
          <a:xfrm>
            <a:off x="167283" y="197389"/>
            <a:ext cx="277929" cy="277929"/>
          </a:xfrm>
          <a:prstGeom prst="rect">
            <a:avLst/>
          </a:prstGeom>
          <a:noFill/>
          <a:ln>
            <a:noFill/>
          </a:ln>
        </p:spPr>
      </p:pic>
      <p:sp>
        <p:nvSpPr>
          <p:cNvPr id="28" name="Google Shape;28;p5"/>
          <p:cNvSpPr txBox="1"/>
          <p:nvPr/>
        </p:nvSpPr>
        <p:spPr>
          <a:xfrm>
            <a:off x="1375435" y="236630"/>
            <a:ext cx="1923300" cy="195600"/>
          </a:xfrm>
          <a:prstGeom prst="rect">
            <a:avLst/>
          </a:prstGeom>
          <a:noFill/>
          <a:ln>
            <a:noFill/>
          </a:ln>
        </p:spPr>
        <p:txBody>
          <a:bodyPr anchorCtr="0" anchor="ctr" bIns="94800" lIns="94800" spcFirstLastPara="1" rIns="94800" wrap="square" tIns="94800">
            <a:noAutofit/>
          </a:bodyPr>
          <a:lstStyle/>
          <a:p>
            <a:pPr indent="0" lvl="0" marL="0" rtl="0" algn="r">
              <a:spcBef>
                <a:spcPts val="0"/>
              </a:spcBef>
              <a:spcAft>
                <a:spcPts val="0"/>
              </a:spcAft>
              <a:buNone/>
            </a:pPr>
            <a:r>
              <a:rPr lang="en-GB" sz="1700">
                <a:solidFill>
                  <a:schemeClr val="lt1"/>
                </a:solidFill>
                <a:latin typeface="Figtree SemiBold"/>
                <a:ea typeface="Figtree SemiBold"/>
                <a:cs typeface="Figtree SemiBold"/>
                <a:sym typeface="Figtree SemiBold"/>
              </a:rPr>
              <a:t>Output</a:t>
            </a:r>
            <a:endParaRPr sz="1700">
              <a:solidFill>
                <a:schemeClr val="lt1"/>
              </a:solidFill>
              <a:latin typeface="Figtree SemiBold"/>
              <a:ea typeface="Figtree SemiBold"/>
              <a:cs typeface="Figtree SemiBold"/>
              <a:sym typeface="Figtree SemiBold"/>
            </a:endParaRPr>
          </a:p>
        </p:txBody>
      </p:sp>
      <p:sp>
        <p:nvSpPr>
          <p:cNvPr id="29" name="Google Shape;29;p5"/>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lvl1pPr lvl="0">
              <a:spcBef>
                <a:spcPts val="0"/>
              </a:spcBef>
              <a:spcAft>
                <a:spcPts val="0"/>
              </a:spcAft>
              <a:buSzPts val="1500"/>
              <a:buFont typeface="Figtree Medium"/>
              <a:buNone/>
              <a:defRPr>
                <a:latin typeface="Figtree Medium"/>
                <a:ea typeface="Figtree Medium"/>
                <a:cs typeface="Figtree Medium"/>
                <a:sym typeface="Figtree Medium"/>
              </a:defRPr>
            </a:lvl1pPr>
            <a:lvl2pPr lvl="1">
              <a:spcBef>
                <a:spcPts val="0"/>
              </a:spcBef>
              <a:spcAft>
                <a:spcPts val="0"/>
              </a:spcAft>
              <a:buSzPts val="1500"/>
              <a:buFont typeface="Figtree Medium"/>
              <a:buNone/>
              <a:defRPr>
                <a:latin typeface="Figtree Medium"/>
                <a:ea typeface="Figtree Medium"/>
                <a:cs typeface="Figtree Medium"/>
                <a:sym typeface="Figtree Medium"/>
              </a:defRPr>
            </a:lvl2pPr>
            <a:lvl3pPr lvl="2">
              <a:spcBef>
                <a:spcPts val="0"/>
              </a:spcBef>
              <a:spcAft>
                <a:spcPts val="0"/>
              </a:spcAft>
              <a:buSzPts val="1500"/>
              <a:buFont typeface="Figtree Medium"/>
              <a:buNone/>
              <a:defRPr>
                <a:latin typeface="Figtree Medium"/>
                <a:ea typeface="Figtree Medium"/>
                <a:cs typeface="Figtree Medium"/>
                <a:sym typeface="Figtree Medium"/>
              </a:defRPr>
            </a:lvl3pPr>
            <a:lvl4pPr lvl="3">
              <a:spcBef>
                <a:spcPts val="0"/>
              </a:spcBef>
              <a:spcAft>
                <a:spcPts val="0"/>
              </a:spcAft>
              <a:buSzPts val="1500"/>
              <a:buFont typeface="Figtree Medium"/>
              <a:buNone/>
              <a:defRPr>
                <a:latin typeface="Figtree Medium"/>
                <a:ea typeface="Figtree Medium"/>
                <a:cs typeface="Figtree Medium"/>
                <a:sym typeface="Figtree Medium"/>
              </a:defRPr>
            </a:lvl4pPr>
            <a:lvl5pPr lvl="4">
              <a:spcBef>
                <a:spcPts val="0"/>
              </a:spcBef>
              <a:spcAft>
                <a:spcPts val="0"/>
              </a:spcAft>
              <a:buSzPts val="1500"/>
              <a:buFont typeface="Figtree Medium"/>
              <a:buNone/>
              <a:defRPr>
                <a:latin typeface="Figtree Medium"/>
                <a:ea typeface="Figtree Medium"/>
                <a:cs typeface="Figtree Medium"/>
                <a:sym typeface="Figtree Medium"/>
              </a:defRPr>
            </a:lvl5pPr>
            <a:lvl6pPr lvl="5">
              <a:spcBef>
                <a:spcPts val="0"/>
              </a:spcBef>
              <a:spcAft>
                <a:spcPts val="0"/>
              </a:spcAft>
              <a:buSzPts val="1500"/>
              <a:buFont typeface="Figtree Medium"/>
              <a:buNone/>
              <a:defRPr>
                <a:latin typeface="Figtree Medium"/>
                <a:ea typeface="Figtree Medium"/>
                <a:cs typeface="Figtree Medium"/>
                <a:sym typeface="Figtree Medium"/>
              </a:defRPr>
            </a:lvl6pPr>
            <a:lvl7pPr lvl="6">
              <a:spcBef>
                <a:spcPts val="0"/>
              </a:spcBef>
              <a:spcAft>
                <a:spcPts val="0"/>
              </a:spcAft>
              <a:buSzPts val="1500"/>
              <a:buFont typeface="Figtree Medium"/>
              <a:buNone/>
              <a:defRPr>
                <a:latin typeface="Figtree Medium"/>
                <a:ea typeface="Figtree Medium"/>
                <a:cs typeface="Figtree Medium"/>
                <a:sym typeface="Figtree Medium"/>
              </a:defRPr>
            </a:lvl7pPr>
            <a:lvl8pPr lvl="7">
              <a:spcBef>
                <a:spcPts val="0"/>
              </a:spcBef>
              <a:spcAft>
                <a:spcPts val="0"/>
              </a:spcAft>
              <a:buSzPts val="1500"/>
              <a:buFont typeface="Figtree Medium"/>
              <a:buNone/>
              <a:defRPr>
                <a:latin typeface="Figtree Medium"/>
                <a:ea typeface="Figtree Medium"/>
                <a:cs typeface="Figtree Medium"/>
                <a:sym typeface="Figtree Medium"/>
              </a:defRPr>
            </a:lvl8pPr>
            <a:lvl9pPr lvl="8">
              <a:spcBef>
                <a:spcPts val="0"/>
              </a:spcBef>
              <a:spcAft>
                <a:spcPts val="0"/>
              </a:spcAft>
              <a:buSzPts val="1500"/>
              <a:buFont typeface="Figtree Medium"/>
              <a:buNone/>
              <a:defRPr>
                <a:latin typeface="Figtree Medium"/>
                <a:ea typeface="Figtree Medium"/>
                <a:cs typeface="Figtree Medium"/>
                <a:sym typeface="Figtree Medium"/>
              </a:defRPr>
            </a:lvl9pPr>
          </a:lstStyle>
          <a:p/>
        </p:txBody>
      </p:sp>
      <p:sp>
        <p:nvSpPr>
          <p:cNvPr id="30" name="Google Shape;30;p5"/>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lvl1pPr lvl="0">
              <a:spcBef>
                <a:spcPts val="0"/>
              </a:spcBef>
              <a:spcAft>
                <a:spcPts val="0"/>
              </a:spcAft>
              <a:buSzPts val="1000"/>
              <a:buFont typeface="Figtree"/>
              <a:buNone/>
              <a:defRPr sz="1000">
                <a:latin typeface="Figtree"/>
                <a:ea typeface="Figtree"/>
                <a:cs typeface="Figtree"/>
                <a:sym typeface="Figtree"/>
              </a:defRPr>
            </a:lvl1pPr>
            <a:lvl2pPr lvl="1">
              <a:spcBef>
                <a:spcPts val="1000"/>
              </a:spcBef>
              <a:spcAft>
                <a:spcPts val="0"/>
              </a:spcAft>
              <a:buSzPts val="1000"/>
              <a:buFont typeface="Figtree"/>
              <a:buNone/>
              <a:defRPr sz="1000">
                <a:latin typeface="Figtree"/>
                <a:ea typeface="Figtree"/>
                <a:cs typeface="Figtree"/>
                <a:sym typeface="Figtree"/>
              </a:defRPr>
            </a:lvl2pPr>
            <a:lvl3pPr lvl="2">
              <a:spcBef>
                <a:spcPts val="1000"/>
              </a:spcBef>
              <a:spcAft>
                <a:spcPts val="0"/>
              </a:spcAft>
              <a:buSzPts val="1000"/>
              <a:buFont typeface="Figtree"/>
              <a:buNone/>
              <a:defRPr sz="1000">
                <a:latin typeface="Figtree"/>
                <a:ea typeface="Figtree"/>
                <a:cs typeface="Figtree"/>
                <a:sym typeface="Figtree"/>
              </a:defRPr>
            </a:lvl3pPr>
            <a:lvl4pPr lvl="3">
              <a:spcBef>
                <a:spcPts val="1000"/>
              </a:spcBef>
              <a:spcAft>
                <a:spcPts val="0"/>
              </a:spcAft>
              <a:buSzPts val="1000"/>
              <a:buFont typeface="Figtree"/>
              <a:buNone/>
              <a:defRPr sz="1000">
                <a:latin typeface="Figtree"/>
                <a:ea typeface="Figtree"/>
                <a:cs typeface="Figtree"/>
                <a:sym typeface="Figtree"/>
              </a:defRPr>
            </a:lvl4pPr>
            <a:lvl5pPr lvl="4">
              <a:spcBef>
                <a:spcPts val="1000"/>
              </a:spcBef>
              <a:spcAft>
                <a:spcPts val="0"/>
              </a:spcAft>
              <a:buSzPts val="1000"/>
              <a:buFont typeface="Figtree"/>
              <a:buNone/>
              <a:defRPr sz="1000">
                <a:latin typeface="Figtree"/>
                <a:ea typeface="Figtree"/>
                <a:cs typeface="Figtree"/>
                <a:sym typeface="Figtree"/>
              </a:defRPr>
            </a:lvl5pPr>
            <a:lvl6pPr lvl="5">
              <a:spcBef>
                <a:spcPts val="1000"/>
              </a:spcBef>
              <a:spcAft>
                <a:spcPts val="0"/>
              </a:spcAft>
              <a:buSzPts val="1000"/>
              <a:buFont typeface="Figtree"/>
              <a:buNone/>
              <a:defRPr sz="1000">
                <a:latin typeface="Figtree"/>
                <a:ea typeface="Figtree"/>
                <a:cs typeface="Figtree"/>
                <a:sym typeface="Figtree"/>
              </a:defRPr>
            </a:lvl6pPr>
            <a:lvl7pPr lvl="6">
              <a:spcBef>
                <a:spcPts val="1000"/>
              </a:spcBef>
              <a:spcAft>
                <a:spcPts val="0"/>
              </a:spcAft>
              <a:buSzPts val="1000"/>
              <a:buFont typeface="Figtree"/>
              <a:buNone/>
              <a:defRPr sz="1000">
                <a:latin typeface="Figtree"/>
                <a:ea typeface="Figtree"/>
                <a:cs typeface="Figtree"/>
                <a:sym typeface="Figtree"/>
              </a:defRPr>
            </a:lvl7pPr>
            <a:lvl8pPr lvl="7">
              <a:spcBef>
                <a:spcPts val="1000"/>
              </a:spcBef>
              <a:spcAft>
                <a:spcPts val="0"/>
              </a:spcAft>
              <a:buSzPts val="1000"/>
              <a:buFont typeface="Figtree"/>
              <a:buNone/>
              <a:defRPr sz="1000">
                <a:latin typeface="Figtree"/>
                <a:ea typeface="Figtree"/>
                <a:cs typeface="Figtree"/>
                <a:sym typeface="Figtree"/>
              </a:defRPr>
            </a:lvl8pPr>
            <a:lvl9pPr lvl="8">
              <a:spcBef>
                <a:spcPts val="1000"/>
              </a:spcBef>
              <a:spcAft>
                <a:spcPts val="1000"/>
              </a:spcAft>
              <a:buSzPts val="1000"/>
              <a:buFont typeface="Figtree"/>
              <a:buNone/>
              <a:defRPr sz="1000">
                <a:latin typeface="Figtree"/>
                <a:ea typeface="Figtree"/>
                <a:cs typeface="Figtree"/>
                <a:sym typeface="Figtre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stination">
  <p:cSld name="CUSTOM_3">
    <p:spTree>
      <p:nvGrpSpPr>
        <p:cNvPr id="31" name="Shape 31"/>
        <p:cNvGrpSpPr/>
        <p:nvPr/>
      </p:nvGrpSpPr>
      <p:grpSpPr>
        <a:xfrm>
          <a:off x="0" y="0"/>
          <a:ext cx="0" cy="0"/>
          <a:chOff x="0" y="0"/>
          <a:chExt cx="0" cy="0"/>
        </a:xfrm>
      </p:grpSpPr>
      <p:sp>
        <p:nvSpPr>
          <p:cNvPr id="32" name="Google Shape;32;p6"/>
          <p:cNvSpPr/>
          <p:nvPr/>
        </p:nvSpPr>
        <p:spPr>
          <a:xfrm>
            <a:off x="0" y="0"/>
            <a:ext cx="3420000" cy="470700"/>
          </a:xfrm>
          <a:prstGeom prst="rect">
            <a:avLst/>
          </a:prstGeom>
          <a:solidFill>
            <a:srgbClr val="7F6000"/>
          </a:solidFill>
          <a:ln>
            <a:noFill/>
          </a:ln>
        </p:spPr>
        <p:txBody>
          <a:bodyPr anchorCtr="0" anchor="ctr" bIns="94800" lIns="94800" spcFirstLastPara="1" rIns="94800" wrap="square" tIns="94800">
            <a:noAutofit/>
          </a:bodyPr>
          <a:lstStyle/>
          <a:p>
            <a:pPr indent="0" lvl="0" marL="0" rtl="0" algn="ctr">
              <a:spcBef>
                <a:spcPts val="0"/>
              </a:spcBef>
              <a:spcAft>
                <a:spcPts val="0"/>
              </a:spcAft>
              <a:buNone/>
            </a:pPr>
            <a:r>
              <a:t/>
            </a:r>
            <a:endParaRPr sz="1500"/>
          </a:p>
        </p:txBody>
      </p:sp>
      <p:pic>
        <p:nvPicPr>
          <p:cNvPr id="33" name="Google Shape;33;p6"/>
          <p:cNvPicPr preferRelativeResize="0"/>
          <p:nvPr/>
        </p:nvPicPr>
        <p:blipFill>
          <a:blip r:embed="rId2">
            <a:alphaModFix/>
          </a:blip>
          <a:stretch>
            <a:fillRect/>
          </a:stretch>
        </p:blipFill>
        <p:spPr>
          <a:xfrm>
            <a:off x="167283" y="197389"/>
            <a:ext cx="277929" cy="277929"/>
          </a:xfrm>
          <a:prstGeom prst="rect">
            <a:avLst/>
          </a:prstGeom>
          <a:noFill/>
          <a:ln>
            <a:noFill/>
          </a:ln>
        </p:spPr>
      </p:pic>
      <p:sp>
        <p:nvSpPr>
          <p:cNvPr id="34" name="Google Shape;34;p6"/>
          <p:cNvSpPr txBox="1"/>
          <p:nvPr/>
        </p:nvSpPr>
        <p:spPr>
          <a:xfrm>
            <a:off x="1375435" y="236630"/>
            <a:ext cx="1923300" cy="195600"/>
          </a:xfrm>
          <a:prstGeom prst="rect">
            <a:avLst/>
          </a:prstGeom>
          <a:noFill/>
          <a:ln>
            <a:noFill/>
          </a:ln>
        </p:spPr>
        <p:txBody>
          <a:bodyPr anchorCtr="0" anchor="ctr" bIns="94800" lIns="94800" spcFirstLastPara="1" rIns="94800" wrap="square" tIns="94800">
            <a:noAutofit/>
          </a:bodyPr>
          <a:lstStyle/>
          <a:p>
            <a:pPr indent="0" lvl="0" marL="0" rtl="0" algn="r">
              <a:spcBef>
                <a:spcPts val="0"/>
              </a:spcBef>
              <a:spcAft>
                <a:spcPts val="0"/>
              </a:spcAft>
              <a:buNone/>
            </a:pPr>
            <a:r>
              <a:rPr lang="en-GB" sz="1700">
                <a:solidFill>
                  <a:schemeClr val="lt1"/>
                </a:solidFill>
                <a:latin typeface="Figtree SemiBold"/>
                <a:ea typeface="Figtree SemiBold"/>
                <a:cs typeface="Figtree SemiBold"/>
                <a:sym typeface="Figtree SemiBold"/>
              </a:rPr>
              <a:t>Destination</a:t>
            </a:r>
            <a:endParaRPr sz="1700">
              <a:solidFill>
                <a:schemeClr val="lt1"/>
              </a:solidFill>
              <a:latin typeface="Figtree SemiBold"/>
              <a:ea typeface="Figtree SemiBold"/>
              <a:cs typeface="Figtree SemiBold"/>
              <a:sym typeface="Figtree SemiBold"/>
            </a:endParaRPr>
          </a:p>
        </p:txBody>
      </p:sp>
      <p:sp>
        <p:nvSpPr>
          <p:cNvPr id="35" name="Google Shape;35;p6"/>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lvl1pPr lvl="0">
              <a:spcBef>
                <a:spcPts val="0"/>
              </a:spcBef>
              <a:spcAft>
                <a:spcPts val="0"/>
              </a:spcAft>
              <a:buSzPts val="1500"/>
              <a:buFont typeface="Figtree Medium"/>
              <a:buNone/>
              <a:defRPr>
                <a:latin typeface="Figtree Medium"/>
                <a:ea typeface="Figtree Medium"/>
                <a:cs typeface="Figtree Medium"/>
                <a:sym typeface="Figtree Medium"/>
              </a:defRPr>
            </a:lvl1pPr>
            <a:lvl2pPr lvl="1">
              <a:spcBef>
                <a:spcPts val="0"/>
              </a:spcBef>
              <a:spcAft>
                <a:spcPts val="0"/>
              </a:spcAft>
              <a:buSzPts val="1500"/>
              <a:buFont typeface="Figtree Medium"/>
              <a:buNone/>
              <a:defRPr>
                <a:latin typeface="Figtree Medium"/>
                <a:ea typeface="Figtree Medium"/>
                <a:cs typeface="Figtree Medium"/>
                <a:sym typeface="Figtree Medium"/>
              </a:defRPr>
            </a:lvl2pPr>
            <a:lvl3pPr lvl="2">
              <a:spcBef>
                <a:spcPts val="0"/>
              </a:spcBef>
              <a:spcAft>
                <a:spcPts val="0"/>
              </a:spcAft>
              <a:buSzPts val="1500"/>
              <a:buFont typeface="Figtree Medium"/>
              <a:buNone/>
              <a:defRPr>
                <a:latin typeface="Figtree Medium"/>
                <a:ea typeface="Figtree Medium"/>
                <a:cs typeface="Figtree Medium"/>
                <a:sym typeface="Figtree Medium"/>
              </a:defRPr>
            </a:lvl3pPr>
            <a:lvl4pPr lvl="3">
              <a:spcBef>
                <a:spcPts val="0"/>
              </a:spcBef>
              <a:spcAft>
                <a:spcPts val="0"/>
              </a:spcAft>
              <a:buSzPts val="1500"/>
              <a:buFont typeface="Figtree Medium"/>
              <a:buNone/>
              <a:defRPr>
                <a:latin typeface="Figtree Medium"/>
                <a:ea typeface="Figtree Medium"/>
                <a:cs typeface="Figtree Medium"/>
                <a:sym typeface="Figtree Medium"/>
              </a:defRPr>
            </a:lvl4pPr>
            <a:lvl5pPr lvl="4">
              <a:spcBef>
                <a:spcPts val="0"/>
              </a:spcBef>
              <a:spcAft>
                <a:spcPts val="0"/>
              </a:spcAft>
              <a:buSzPts val="1500"/>
              <a:buFont typeface="Figtree Medium"/>
              <a:buNone/>
              <a:defRPr>
                <a:latin typeface="Figtree Medium"/>
                <a:ea typeface="Figtree Medium"/>
                <a:cs typeface="Figtree Medium"/>
                <a:sym typeface="Figtree Medium"/>
              </a:defRPr>
            </a:lvl5pPr>
            <a:lvl6pPr lvl="5">
              <a:spcBef>
                <a:spcPts val="0"/>
              </a:spcBef>
              <a:spcAft>
                <a:spcPts val="0"/>
              </a:spcAft>
              <a:buSzPts val="1500"/>
              <a:buFont typeface="Figtree Medium"/>
              <a:buNone/>
              <a:defRPr>
                <a:latin typeface="Figtree Medium"/>
                <a:ea typeface="Figtree Medium"/>
                <a:cs typeface="Figtree Medium"/>
                <a:sym typeface="Figtree Medium"/>
              </a:defRPr>
            </a:lvl6pPr>
            <a:lvl7pPr lvl="6">
              <a:spcBef>
                <a:spcPts val="0"/>
              </a:spcBef>
              <a:spcAft>
                <a:spcPts val="0"/>
              </a:spcAft>
              <a:buSzPts val="1500"/>
              <a:buFont typeface="Figtree Medium"/>
              <a:buNone/>
              <a:defRPr>
                <a:latin typeface="Figtree Medium"/>
                <a:ea typeface="Figtree Medium"/>
                <a:cs typeface="Figtree Medium"/>
                <a:sym typeface="Figtree Medium"/>
              </a:defRPr>
            </a:lvl7pPr>
            <a:lvl8pPr lvl="7">
              <a:spcBef>
                <a:spcPts val="0"/>
              </a:spcBef>
              <a:spcAft>
                <a:spcPts val="0"/>
              </a:spcAft>
              <a:buSzPts val="1500"/>
              <a:buFont typeface="Figtree Medium"/>
              <a:buNone/>
              <a:defRPr>
                <a:latin typeface="Figtree Medium"/>
                <a:ea typeface="Figtree Medium"/>
                <a:cs typeface="Figtree Medium"/>
                <a:sym typeface="Figtree Medium"/>
              </a:defRPr>
            </a:lvl8pPr>
            <a:lvl9pPr lvl="8">
              <a:spcBef>
                <a:spcPts val="0"/>
              </a:spcBef>
              <a:spcAft>
                <a:spcPts val="0"/>
              </a:spcAft>
              <a:buSzPts val="1500"/>
              <a:buFont typeface="Figtree Medium"/>
              <a:buNone/>
              <a:defRPr>
                <a:latin typeface="Figtree Medium"/>
                <a:ea typeface="Figtree Medium"/>
                <a:cs typeface="Figtree Medium"/>
                <a:sym typeface="Figtree Medium"/>
              </a:defRPr>
            </a:lvl9pPr>
          </a:lstStyle>
          <a:p/>
        </p:txBody>
      </p:sp>
      <p:sp>
        <p:nvSpPr>
          <p:cNvPr id="36" name="Google Shape;36;p6"/>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lvl1pPr lvl="0">
              <a:spcBef>
                <a:spcPts val="0"/>
              </a:spcBef>
              <a:spcAft>
                <a:spcPts val="0"/>
              </a:spcAft>
              <a:buSzPts val="1000"/>
              <a:buFont typeface="Figtree"/>
              <a:buNone/>
              <a:defRPr sz="1000">
                <a:latin typeface="Figtree"/>
                <a:ea typeface="Figtree"/>
                <a:cs typeface="Figtree"/>
                <a:sym typeface="Figtree"/>
              </a:defRPr>
            </a:lvl1pPr>
            <a:lvl2pPr lvl="1">
              <a:spcBef>
                <a:spcPts val="1000"/>
              </a:spcBef>
              <a:spcAft>
                <a:spcPts val="0"/>
              </a:spcAft>
              <a:buSzPts val="1000"/>
              <a:buFont typeface="Figtree"/>
              <a:buNone/>
              <a:defRPr sz="1000">
                <a:latin typeface="Figtree"/>
                <a:ea typeface="Figtree"/>
                <a:cs typeface="Figtree"/>
                <a:sym typeface="Figtree"/>
              </a:defRPr>
            </a:lvl2pPr>
            <a:lvl3pPr lvl="2">
              <a:spcBef>
                <a:spcPts val="1000"/>
              </a:spcBef>
              <a:spcAft>
                <a:spcPts val="0"/>
              </a:spcAft>
              <a:buSzPts val="1000"/>
              <a:buFont typeface="Figtree"/>
              <a:buNone/>
              <a:defRPr sz="1000">
                <a:latin typeface="Figtree"/>
                <a:ea typeface="Figtree"/>
                <a:cs typeface="Figtree"/>
                <a:sym typeface="Figtree"/>
              </a:defRPr>
            </a:lvl3pPr>
            <a:lvl4pPr lvl="3">
              <a:spcBef>
                <a:spcPts val="1000"/>
              </a:spcBef>
              <a:spcAft>
                <a:spcPts val="0"/>
              </a:spcAft>
              <a:buSzPts val="1000"/>
              <a:buFont typeface="Figtree"/>
              <a:buNone/>
              <a:defRPr sz="1000">
                <a:latin typeface="Figtree"/>
                <a:ea typeface="Figtree"/>
                <a:cs typeface="Figtree"/>
                <a:sym typeface="Figtree"/>
              </a:defRPr>
            </a:lvl4pPr>
            <a:lvl5pPr lvl="4">
              <a:spcBef>
                <a:spcPts val="1000"/>
              </a:spcBef>
              <a:spcAft>
                <a:spcPts val="0"/>
              </a:spcAft>
              <a:buSzPts val="1000"/>
              <a:buFont typeface="Figtree"/>
              <a:buNone/>
              <a:defRPr sz="1000">
                <a:latin typeface="Figtree"/>
                <a:ea typeface="Figtree"/>
                <a:cs typeface="Figtree"/>
                <a:sym typeface="Figtree"/>
              </a:defRPr>
            </a:lvl5pPr>
            <a:lvl6pPr lvl="5">
              <a:spcBef>
                <a:spcPts val="1000"/>
              </a:spcBef>
              <a:spcAft>
                <a:spcPts val="0"/>
              </a:spcAft>
              <a:buSzPts val="1000"/>
              <a:buFont typeface="Figtree"/>
              <a:buNone/>
              <a:defRPr sz="1000">
                <a:latin typeface="Figtree"/>
                <a:ea typeface="Figtree"/>
                <a:cs typeface="Figtree"/>
                <a:sym typeface="Figtree"/>
              </a:defRPr>
            </a:lvl6pPr>
            <a:lvl7pPr lvl="6">
              <a:spcBef>
                <a:spcPts val="1000"/>
              </a:spcBef>
              <a:spcAft>
                <a:spcPts val="0"/>
              </a:spcAft>
              <a:buSzPts val="1000"/>
              <a:buFont typeface="Figtree"/>
              <a:buNone/>
              <a:defRPr sz="1000">
                <a:latin typeface="Figtree"/>
                <a:ea typeface="Figtree"/>
                <a:cs typeface="Figtree"/>
                <a:sym typeface="Figtree"/>
              </a:defRPr>
            </a:lvl7pPr>
            <a:lvl8pPr lvl="7">
              <a:spcBef>
                <a:spcPts val="1000"/>
              </a:spcBef>
              <a:spcAft>
                <a:spcPts val="0"/>
              </a:spcAft>
              <a:buSzPts val="1000"/>
              <a:buFont typeface="Figtree"/>
              <a:buNone/>
              <a:defRPr sz="1000">
                <a:latin typeface="Figtree"/>
                <a:ea typeface="Figtree"/>
                <a:cs typeface="Figtree"/>
                <a:sym typeface="Figtree"/>
              </a:defRPr>
            </a:lvl8pPr>
            <a:lvl9pPr lvl="8">
              <a:spcBef>
                <a:spcPts val="1000"/>
              </a:spcBef>
              <a:spcAft>
                <a:spcPts val="1000"/>
              </a:spcAft>
              <a:buSzPts val="1000"/>
              <a:buFont typeface="Figtree"/>
              <a:buNone/>
              <a:defRPr sz="1000">
                <a:latin typeface="Figtree"/>
                <a:ea typeface="Figtree"/>
                <a:cs typeface="Figtree"/>
                <a:sym typeface="Figtre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cess Action">
  <p:cSld name="CUSTOM_3_1">
    <p:spTree>
      <p:nvGrpSpPr>
        <p:cNvPr id="37" name="Shape 37"/>
        <p:cNvGrpSpPr/>
        <p:nvPr/>
      </p:nvGrpSpPr>
      <p:grpSpPr>
        <a:xfrm>
          <a:off x="0" y="0"/>
          <a:ext cx="0" cy="0"/>
          <a:chOff x="0" y="0"/>
          <a:chExt cx="0" cy="0"/>
        </a:xfrm>
      </p:grpSpPr>
      <p:sp>
        <p:nvSpPr>
          <p:cNvPr id="38" name="Google Shape;38;p7"/>
          <p:cNvSpPr/>
          <p:nvPr/>
        </p:nvSpPr>
        <p:spPr>
          <a:xfrm>
            <a:off x="0" y="0"/>
            <a:ext cx="3420000" cy="471000"/>
          </a:xfrm>
          <a:prstGeom prst="rect">
            <a:avLst/>
          </a:prstGeom>
          <a:solidFill>
            <a:schemeClr val="accent2"/>
          </a:solidFill>
          <a:ln>
            <a:noFill/>
          </a:ln>
        </p:spPr>
        <p:txBody>
          <a:bodyPr anchorCtr="0" anchor="ctr" bIns="94800" lIns="94800" spcFirstLastPara="1" rIns="94800" wrap="square" tIns="94800">
            <a:noAutofit/>
          </a:bodyPr>
          <a:lstStyle/>
          <a:p>
            <a:pPr indent="0" lvl="0" marL="0" rtl="0" algn="ctr">
              <a:spcBef>
                <a:spcPts val="0"/>
              </a:spcBef>
              <a:spcAft>
                <a:spcPts val="0"/>
              </a:spcAft>
              <a:buNone/>
            </a:pPr>
            <a:r>
              <a:t/>
            </a:r>
            <a:endParaRPr sz="1500"/>
          </a:p>
        </p:txBody>
      </p:sp>
      <p:pic>
        <p:nvPicPr>
          <p:cNvPr id="39" name="Google Shape;39;p7"/>
          <p:cNvPicPr preferRelativeResize="0"/>
          <p:nvPr/>
        </p:nvPicPr>
        <p:blipFill>
          <a:blip r:embed="rId2">
            <a:alphaModFix/>
          </a:blip>
          <a:stretch>
            <a:fillRect/>
          </a:stretch>
        </p:blipFill>
        <p:spPr>
          <a:xfrm>
            <a:off x="167283" y="197389"/>
            <a:ext cx="260217" cy="260217"/>
          </a:xfrm>
          <a:prstGeom prst="rect">
            <a:avLst/>
          </a:prstGeom>
          <a:noFill/>
          <a:ln>
            <a:noFill/>
          </a:ln>
        </p:spPr>
      </p:pic>
      <p:sp>
        <p:nvSpPr>
          <p:cNvPr id="40" name="Google Shape;40;p7"/>
          <p:cNvSpPr txBox="1"/>
          <p:nvPr/>
        </p:nvSpPr>
        <p:spPr>
          <a:xfrm>
            <a:off x="1375435" y="236630"/>
            <a:ext cx="1923300" cy="195600"/>
          </a:xfrm>
          <a:prstGeom prst="rect">
            <a:avLst/>
          </a:prstGeom>
          <a:noFill/>
          <a:ln>
            <a:noFill/>
          </a:ln>
        </p:spPr>
        <p:txBody>
          <a:bodyPr anchorCtr="0" anchor="ctr" bIns="94800" lIns="94800" spcFirstLastPara="1" rIns="94800" wrap="square" tIns="94800">
            <a:noAutofit/>
          </a:bodyPr>
          <a:lstStyle/>
          <a:p>
            <a:pPr indent="0" lvl="0" marL="0" rtl="0" algn="r">
              <a:spcBef>
                <a:spcPts val="0"/>
              </a:spcBef>
              <a:spcAft>
                <a:spcPts val="0"/>
              </a:spcAft>
              <a:buNone/>
            </a:pPr>
            <a:r>
              <a:rPr lang="en-GB" sz="1700">
                <a:solidFill>
                  <a:schemeClr val="lt1"/>
                </a:solidFill>
                <a:latin typeface="Figtree SemiBold"/>
                <a:ea typeface="Figtree SemiBold"/>
                <a:cs typeface="Figtree SemiBold"/>
                <a:sym typeface="Figtree SemiBold"/>
              </a:rPr>
              <a:t>Process rules</a:t>
            </a:r>
            <a:endParaRPr sz="1700">
              <a:solidFill>
                <a:schemeClr val="lt1"/>
              </a:solidFill>
              <a:latin typeface="Figtree SemiBold"/>
              <a:ea typeface="Figtree SemiBold"/>
              <a:cs typeface="Figtree SemiBold"/>
              <a:sym typeface="Figtree SemiBold"/>
            </a:endParaRPr>
          </a:p>
        </p:txBody>
      </p:sp>
      <p:sp>
        <p:nvSpPr>
          <p:cNvPr id="41" name="Google Shape;41;p7"/>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lvl1pPr lvl="0">
              <a:spcBef>
                <a:spcPts val="0"/>
              </a:spcBef>
              <a:spcAft>
                <a:spcPts val="0"/>
              </a:spcAft>
              <a:buSzPts val="1500"/>
              <a:buFont typeface="Figtree Medium"/>
              <a:buNone/>
              <a:defRPr>
                <a:latin typeface="Figtree Medium"/>
                <a:ea typeface="Figtree Medium"/>
                <a:cs typeface="Figtree Medium"/>
                <a:sym typeface="Figtree Medium"/>
              </a:defRPr>
            </a:lvl1pPr>
            <a:lvl2pPr lvl="1">
              <a:spcBef>
                <a:spcPts val="0"/>
              </a:spcBef>
              <a:spcAft>
                <a:spcPts val="0"/>
              </a:spcAft>
              <a:buSzPts val="1500"/>
              <a:buFont typeface="Figtree Medium"/>
              <a:buNone/>
              <a:defRPr>
                <a:latin typeface="Figtree Medium"/>
                <a:ea typeface="Figtree Medium"/>
                <a:cs typeface="Figtree Medium"/>
                <a:sym typeface="Figtree Medium"/>
              </a:defRPr>
            </a:lvl2pPr>
            <a:lvl3pPr lvl="2">
              <a:spcBef>
                <a:spcPts val="0"/>
              </a:spcBef>
              <a:spcAft>
                <a:spcPts val="0"/>
              </a:spcAft>
              <a:buSzPts val="1500"/>
              <a:buFont typeface="Figtree Medium"/>
              <a:buNone/>
              <a:defRPr>
                <a:latin typeface="Figtree Medium"/>
                <a:ea typeface="Figtree Medium"/>
                <a:cs typeface="Figtree Medium"/>
                <a:sym typeface="Figtree Medium"/>
              </a:defRPr>
            </a:lvl3pPr>
            <a:lvl4pPr lvl="3">
              <a:spcBef>
                <a:spcPts val="0"/>
              </a:spcBef>
              <a:spcAft>
                <a:spcPts val="0"/>
              </a:spcAft>
              <a:buSzPts val="1500"/>
              <a:buFont typeface="Figtree Medium"/>
              <a:buNone/>
              <a:defRPr>
                <a:latin typeface="Figtree Medium"/>
                <a:ea typeface="Figtree Medium"/>
                <a:cs typeface="Figtree Medium"/>
                <a:sym typeface="Figtree Medium"/>
              </a:defRPr>
            </a:lvl4pPr>
            <a:lvl5pPr lvl="4">
              <a:spcBef>
                <a:spcPts val="0"/>
              </a:spcBef>
              <a:spcAft>
                <a:spcPts val="0"/>
              </a:spcAft>
              <a:buSzPts val="1500"/>
              <a:buFont typeface="Figtree Medium"/>
              <a:buNone/>
              <a:defRPr>
                <a:latin typeface="Figtree Medium"/>
                <a:ea typeface="Figtree Medium"/>
                <a:cs typeface="Figtree Medium"/>
                <a:sym typeface="Figtree Medium"/>
              </a:defRPr>
            </a:lvl5pPr>
            <a:lvl6pPr lvl="5">
              <a:spcBef>
                <a:spcPts val="0"/>
              </a:spcBef>
              <a:spcAft>
                <a:spcPts val="0"/>
              </a:spcAft>
              <a:buSzPts val="1500"/>
              <a:buFont typeface="Figtree Medium"/>
              <a:buNone/>
              <a:defRPr>
                <a:latin typeface="Figtree Medium"/>
                <a:ea typeface="Figtree Medium"/>
                <a:cs typeface="Figtree Medium"/>
                <a:sym typeface="Figtree Medium"/>
              </a:defRPr>
            </a:lvl6pPr>
            <a:lvl7pPr lvl="6">
              <a:spcBef>
                <a:spcPts val="0"/>
              </a:spcBef>
              <a:spcAft>
                <a:spcPts val="0"/>
              </a:spcAft>
              <a:buSzPts val="1500"/>
              <a:buFont typeface="Figtree Medium"/>
              <a:buNone/>
              <a:defRPr>
                <a:latin typeface="Figtree Medium"/>
                <a:ea typeface="Figtree Medium"/>
                <a:cs typeface="Figtree Medium"/>
                <a:sym typeface="Figtree Medium"/>
              </a:defRPr>
            </a:lvl7pPr>
            <a:lvl8pPr lvl="7">
              <a:spcBef>
                <a:spcPts val="0"/>
              </a:spcBef>
              <a:spcAft>
                <a:spcPts val="0"/>
              </a:spcAft>
              <a:buSzPts val="1500"/>
              <a:buFont typeface="Figtree Medium"/>
              <a:buNone/>
              <a:defRPr>
                <a:latin typeface="Figtree Medium"/>
                <a:ea typeface="Figtree Medium"/>
                <a:cs typeface="Figtree Medium"/>
                <a:sym typeface="Figtree Medium"/>
              </a:defRPr>
            </a:lvl8pPr>
            <a:lvl9pPr lvl="8">
              <a:spcBef>
                <a:spcPts val="0"/>
              </a:spcBef>
              <a:spcAft>
                <a:spcPts val="0"/>
              </a:spcAft>
              <a:buSzPts val="1500"/>
              <a:buFont typeface="Figtree Medium"/>
              <a:buNone/>
              <a:defRPr>
                <a:latin typeface="Figtree Medium"/>
                <a:ea typeface="Figtree Medium"/>
                <a:cs typeface="Figtree Medium"/>
                <a:sym typeface="Figtree Medium"/>
              </a:defRPr>
            </a:lvl9pPr>
          </a:lstStyle>
          <a:p/>
        </p:txBody>
      </p:sp>
      <p:sp>
        <p:nvSpPr>
          <p:cNvPr id="42" name="Google Shape;42;p7"/>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lvl1pPr lvl="0">
              <a:spcBef>
                <a:spcPts val="0"/>
              </a:spcBef>
              <a:spcAft>
                <a:spcPts val="0"/>
              </a:spcAft>
              <a:buSzPts val="1000"/>
              <a:buFont typeface="Figtree"/>
              <a:buNone/>
              <a:defRPr sz="1000">
                <a:latin typeface="Figtree"/>
                <a:ea typeface="Figtree"/>
                <a:cs typeface="Figtree"/>
                <a:sym typeface="Figtree"/>
              </a:defRPr>
            </a:lvl1pPr>
            <a:lvl2pPr lvl="1">
              <a:spcBef>
                <a:spcPts val="1000"/>
              </a:spcBef>
              <a:spcAft>
                <a:spcPts val="0"/>
              </a:spcAft>
              <a:buSzPts val="1000"/>
              <a:buFont typeface="Figtree"/>
              <a:buNone/>
              <a:defRPr sz="1000">
                <a:latin typeface="Figtree"/>
                <a:ea typeface="Figtree"/>
                <a:cs typeface="Figtree"/>
                <a:sym typeface="Figtree"/>
              </a:defRPr>
            </a:lvl2pPr>
            <a:lvl3pPr lvl="2">
              <a:spcBef>
                <a:spcPts val="1000"/>
              </a:spcBef>
              <a:spcAft>
                <a:spcPts val="0"/>
              </a:spcAft>
              <a:buSzPts val="1000"/>
              <a:buFont typeface="Figtree"/>
              <a:buNone/>
              <a:defRPr sz="1000">
                <a:latin typeface="Figtree"/>
                <a:ea typeface="Figtree"/>
                <a:cs typeface="Figtree"/>
                <a:sym typeface="Figtree"/>
              </a:defRPr>
            </a:lvl3pPr>
            <a:lvl4pPr lvl="3">
              <a:spcBef>
                <a:spcPts val="1000"/>
              </a:spcBef>
              <a:spcAft>
                <a:spcPts val="0"/>
              </a:spcAft>
              <a:buSzPts val="1000"/>
              <a:buFont typeface="Figtree"/>
              <a:buNone/>
              <a:defRPr sz="1000">
                <a:latin typeface="Figtree"/>
                <a:ea typeface="Figtree"/>
                <a:cs typeface="Figtree"/>
                <a:sym typeface="Figtree"/>
              </a:defRPr>
            </a:lvl4pPr>
            <a:lvl5pPr lvl="4">
              <a:spcBef>
                <a:spcPts val="1000"/>
              </a:spcBef>
              <a:spcAft>
                <a:spcPts val="0"/>
              </a:spcAft>
              <a:buSzPts val="1000"/>
              <a:buFont typeface="Figtree"/>
              <a:buNone/>
              <a:defRPr sz="1000">
                <a:latin typeface="Figtree"/>
                <a:ea typeface="Figtree"/>
                <a:cs typeface="Figtree"/>
                <a:sym typeface="Figtree"/>
              </a:defRPr>
            </a:lvl5pPr>
            <a:lvl6pPr lvl="5">
              <a:spcBef>
                <a:spcPts val="1000"/>
              </a:spcBef>
              <a:spcAft>
                <a:spcPts val="0"/>
              </a:spcAft>
              <a:buSzPts val="1000"/>
              <a:buFont typeface="Figtree"/>
              <a:buNone/>
              <a:defRPr sz="1000">
                <a:latin typeface="Figtree"/>
                <a:ea typeface="Figtree"/>
                <a:cs typeface="Figtree"/>
                <a:sym typeface="Figtree"/>
              </a:defRPr>
            </a:lvl6pPr>
            <a:lvl7pPr lvl="6">
              <a:spcBef>
                <a:spcPts val="1000"/>
              </a:spcBef>
              <a:spcAft>
                <a:spcPts val="0"/>
              </a:spcAft>
              <a:buSzPts val="1000"/>
              <a:buFont typeface="Figtree"/>
              <a:buNone/>
              <a:defRPr sz="1000">
                <a:latin typeface="Figtree"/>
                <a:ea typeface="Figtree"/>
                <a:cs typeface="Figtree"/>
                <a:sym typeface="Figtree"/>
              </a:defRPr>
            </a:lvl7pPr>
            <a:lvl8pPr lvl="7">
              <a:spcBef>
                <a:spcPts val="1000"/>
              </a:spcBef>
              <a:spcAft>
                <a:spcPts val="0"/>
              </a:spcAft>
              <a:buSzPts val="1000"/>
              <a:buFont typeface="Figtree"/>
              <a:buNone/>
              <a:defRPr sz="1000">
                <a:latin typeface="Figtree"/>
                <a:ea typeface="Figtree"/>
                <a:cs typeface="Figtree"/>
                <a:sym typeface="Figtree"/>
              </a:defRPr>
            </a:lvl8pPr>
            <a:lvl9pPr lvl="8">
              <a:spcBef>
                <a:spcPts val="1000"/>
              </a:spcBef>
              <a:spcAft>
                <a:spcPts val="1000"/>
              </a:spcAft>
              <a:buSzPts val="1000"/>
              <a:buFont typeface="Figtree"/>
              <a:buNone/>
              <a:defRPr sz="1000">
                <a:latin typeface="Figtree"/>
                <a:ea typeface="Figtree"/>
                <a:cs typeface="Figtree"/>
                <a:sym typeface="Figtre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visioning Action">
  <p:cSld name="CUSTOM_3_2">
    <p:spTree>
      <p:nvGrpSpPr>
        <p:cNvPr id="43" name="Shape 43"/>
        <p:cNvGrpSpPr/>
        <p:nvPr/>
      </p:nvGrpSpPr>
      <p:grpSpPr>
        <a:xfrm>
          <a:off x="0" y="0"/>
          <a:ext cx="0" cy="0"/>
          <a:chOff x="0" y="0"/>
          <a:chExt cx="0" cy="0"/>
        </a:xfrm>
      </p:grpSpPr>
      <p:sp>
        <p:nvSpPr>
          <p:cNvPr id="44" name="Google Shape;44;p8"/>
          <p:cNvSpPr/>
          <p:nvPr/>
        </p:nvSpPr>
        <p:spPr>
          <a:xfrm>
            <a:off x="0" y="0"/>
            <a:ext cx="3420000" cy="470700"/>
          </a:xfrm>
          <a:prstGeom prst="rect">
            <a:avLst/>
          </a:prstGeom>
          <a:solidFill>
            <a:schemeClr val="accent1"/>
          </a:solidFill>
          <a:ln>
            <a:noFill/>
          </a:ln>
        </p:spPr>
        <p:txBody>
          <a:bodyPr anchorCtr="0" anchor="ctr" bIns="94800" lIns="94800" spcFirstLastPara="1" rIns="94800" wrap="square" tIns="94800">
            <a:noAutofit/>
          </a:bodyPr>
          <a:lstStyle/>
          <a:p>
            <a:pPr indent="0" lvl="0" marL="0" rtl="0" algn="ctr">
              <a:spcBef>
                <a:spcPts val="0"/>
              </a:spcBef>
              <a:spcAft>
                <a:spcPts val="0"/>
              </a:spcAft>
              <a:buNone/>
            </a:pPr>
            <a:r>
              <a:t/>
            </a:r>
            <a:endParaRPr sz="1500"/>
          </a:p>
        </p:txBody>
      </p:sp>
      <p:pic>
        <p:nvPicPr>
          <p:cNvPr id="45" name="Google Shape;45;p8"/>
          <p:cNvPicPr preferRelativeResize="0"/>
          <p:nvPr/>
        </p:nvPicPr>
        <p:blipFill>
          <a:blip r:embed="rId2">
            <a:alphaModFix/>
          </a:blip>
          <a:stretch>
            <a:fillRect/>
          </a:stretch>
        </p:blipFill>
        <p:spPr>
          <a:xfrm>
            <a:off x="167283" y="197389"/>
            <a:ext cx="241629" cy="241629"/>
          </a:xfrm>
          <a:prstGeom prst="rect">
            <a:avLst/>
          </a:prstGeom>
          <a:noFill/>
          <a:ln>
            <a:noFill/>
          </a:ln>
        </p:spPr>
      </p:pic>
      <p:sp>
        <p:nvSpPr>
          <p:cNvPr id="46" name="Google Shape;46;p8"/>
          <p:cNvSpPr txBox="1"/>
          <p:nvPr/>
        </p:nvSpPr>
        <p:spPr>
          <a:xfrm>
            <a:off x="1111500" y="236630"/>
            <a:ext cx="2191500" cy="195600"/>
          </a:xfrm>
          <a:prstGeom prst="rect">
            <a:avLst/>
          </a:prstGeom>
          <a:noFill/>
          <a:ln>
            <a:noFill/>
          </a:ln>
        </p:spPr>
        <p:txBody>
          <a:bodyPr anchorCtr="0" anchor="ctr" bIns="94800" lIns="94800" spcFirstLastPara="1" rIns="94800" wrap="square" tIns="94800">
            <a:noAutofit/>
          </a:bodyPr>
          <a:lstStyle/>
          <a:p>
            <a:pPr indent="0" lvl="0" marL="0" rtl="0" algn="r">
              <a:spcBef>
                <a:spcPts val="0"/>
              </a:spcBef>
              <a:spcAft>
                <a:spcPts val="0"/>
              </a:spcAft>
              <a:buNone/>
            </a:pPr>
            <a:r>
              <a:rPr lang="en-GB" sz="1700">
                <a:solidFill>
                  <a:schemeClr val="lt1"/>
                </a:solidFill>
                <a:latin typeface="Figtree SemiBold"/>
                <a:ea typeface="Figtree SemiBold"/>
                <a:cs typeface="Figtree SemiBold"/>
                <a:sym typeface="Figtree SemiBold"/>
              </a:rPr>
              <a:t>Provisioning action</a:t>
            </a:r>
            <a:endParaRPr sz="1700">
              <a:solidFill>
                <a:schemeClr val="lt1"/>
              </a:solidFill>
              <a:latin typeface="Figtree SemiBold"/>
              <a:ea typeface="Figtree SemiBold"/>
              <a:cs typeface="Figtree SemiBold"/>
              <a:sym typeface="Figtree SemiBold"/>
            </a:endParaRPr>
          </a:p>
        </p:txBody>
      </p:sp>
      <p:sp>
        <p:nvSpPr>
          <p:cNvPr id="47" name="Google Shape;47;p8"/>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lvl1pPr lvl="0">
              <a:spcBef>
                <a:spcPts val="0"/>
              </a:spcBef>
              <a:spcAft>
                <a:spcPts val="0"/>
              </a:spcAft>
              <a:buSzPts val="1500"/>
              <a:buFont typeface="Figtree Medium"/>
              <a:buNone/>
              <a:defRPr>
                <a:latin typeface="Figtree Medium"/>
                <a:ea typeface="Figtree Medium"/>
                <a:cs typeface="Figtree Medium"/>
                <a:sym typeface="Figtree Medium"/>
              </a:defRPr>
            </a:lvl1pPr>
            <a:lvl2pPr lvl="1">
              <a:spcBef>
                <a:spcPts val="0"/>
              </a:spcBef>
              <a:spcAft>
                <a:spcPts val="0"/>
              </a:spcAft>
              <a:buSzPts val="1500"/>
              <a:buFont typeface="Figtree Medium"/>
              <a:buNone/>
              <a:defRPr>
                <a:latin typeface="Figtree Medium"/>
                <a:ea typeface="Figtree Medium"/>
                <a:cs typeface="Figtree Medium"/>
                <a:sym typeface="Figtree Medium"/>
              </a:defRPr>
            </a:lvl2pPr>
            <a:lvl3pPr lvl="2">
              <a:spcBef>
                <a:spcPts val="0"/>
              </a:spcBef>
              <a:spcAft>
                <a:spcPts val="0"/>
              </a:spcAft>
              <a:buSzPts val="1500"/>
              <a:buFont typeface="Figtree Medium"/>
              <a:buNone/>
              <a:defRPr>
                <a:latin typeface="Figtree Medium"/>
                <a:ea typeface="Figtree Medium"/>
                <a:cs typeface="Figtree Medium"/>
                <a:sym typeface="Figtree Medium"/>
              </a:defRPr>
            </a:lvl3pPr>
            <a:lvl4pPr lvl="3">
              <a:spcBef>
                <a:spcPts val="0"/>
              </a:spcBef>
              <a:spcAft>
                <a:spcPts val="0"/>
              </a:spcAft>
              <a:buSzPts val="1500"/>
              <a:buFont typeface="Figtree Medium"/>
              <a:buNone/>
              <a:defRPr>
                <a:latin typeface="Figtree Medium"/>
                <a:ea typeface="Figtree Medium"/>
                <a:cs typeface="Figtree Medium"/>
                <a:sym typeface="Figtree Medium"/>
              </a:defRPr>
            </a:lvl4pPr>
            <a:lvl5pPr lvl="4">
              <a:spcBef>
                <a:spcPts val="0"/>
              </a:spcBef>
              <a:spcAft>
                <a:spcPts val="0"/>
              </a:spcAft>
              <a:buSzPts val="1500"/>
              <a:buFont typeface="Figtree Medium"/>
              <a:buNone/>
              <a:defRPr>
                <a:latin typeface="Figtree Medium"/>
                <a:ea typeface="Figtree Medium"/>
                <a:cs typeface="Figtree Medium"/>
                <a:sym typeface="Figtree Medium"/>
              </a:defRPr>
            </a:lvl5pPr>
            <a:lvl6pPr lvl="5">
              <a:spcBef>
                <a:spcPts val="0"/>
              </a:spcBef>
              <a:spcAft>
                <a:spcPts val="0"/>
              </a:spcAft>
              <a:buSzPts val="1500"/>
              <a:buFont typeface="Figtree Medium"/>
              <a:buNone/>
              <a:defRPr>
                <a:latin typeface="Figtree Medium"/>
                <a:ea typeface="Figtree Medium"/>
                <a:cs typeface="Figtree Medium"/>
                <a:sym typeface="Figtree Medium"/>
              </a:defRPr>
            </a:lvl6pPr>
            <a:lvl7pPr lvl="6">
              <a:spcBef>
                <a:spcPts val="0"/>
              </a:spcBef>
              <a:spcAft>
                <a:spcPts val="0"/>
              </a:spcAft>
              <a:buSzPts val="1500"/>
              <a:buFont typeface="Figtree Medium"/>
              <a:buNone/>
              <a:defRPr>
                <a:latin typeface="Figtree Medium"/>
                <a:ea typeface="Figtree Medium"/>
                <a:cs typeface="Figtree Medium"/>
                <a:sym typeface="Figtree Medium"/>
              </a:defRPr>
            </a:lvl7pPr>
            <a:lvl8pPr lvl="7">
              <a:spcBef>
                <a:spcPts val="0"/>
              </a:spcBef>
              <a:spcAft>
                <a:spcPts val="0"/>
              </a:spcAft>
              <a:buSzPts val="1500"/>
              <a:buFont typeface="Figtree Medium"/>
              <a:buNone/>
              <a:defRPr>
                <a:latin typeface="Figtree Medium"/>
                <a:ea typeface="Figtree Medium"/>
                <a:cs typeface="Figtree Medium"/>
                <a:sym typeface="Figtree Medium"/>
              </a:defRPr>
            </a:lvl8pPr>
            <a:lvl9pPr lvl="8">
              <a:spcBef>
                <a:spcPts val="0"/>
              </a:spcBef>
              <a:spcAft>
                <a:spcPts val="0"/>
              </a:spcAft>
              <a:buSzPts val="1500"/>
              <a:buFont typeface="Figtree Medium"/>
              <a:buNone/>
              <a:defRPr>
                <a:latin typeface="Figtree Medium"/>
                <a:ea typeface="Figtree Medium"/>
                <a:cs typeface="Figtree Medium"/>
                <a:sym typeface="Figtree Medium"/>
              </a:defRPr>
            </a:lvl9pPr>
          </a:lstStyle>
          <a:p/>
        </p:txBody>
      </p:sp>
      <p:sp>
        <p:nvSpPr>
          <p:cNvPr id="48" name="Google Shape;48;p8"/>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lvl1pPr lvl="0">
              <a:spcBef>
                <a:spcPts val="0"/>
              </a:spcBef>
              <a:spcAft>
                <a:spcPts val="0"/>
              </a:spcAft>
              <a:buSzPts val="1000"/>
              <a:buFont typeface="Figtree"/>
              <a:buNone/>
              <a:defRPr sz="1000">
                <a:latin typeface="Figtree"/>
                <a:ea typeface="Figtree"/>
                <a:cs typeface="Figtree"/>
                <a:sym typeface="Figtree"/>
              </a:defRPr>
            </a:lvl1pPr>
            <a:lvl2pPr lvl="1">
              <a:spcBef>
                <a:spcPts val="1000"/>
              </a:spcBef>
              <a:spcAft>
                <a:spcPts val="0"/>
              </a:spcAft>
              <a:buSzPts val="1000"/>
              <a:buFont typeface="Figtree"/>
              <a:buNone/>
              <a:defRPr sz="1000">
                <a:latin typeface="Figtree"/>
                <a:ea typeface="Figtree"/>
                <a:cs typeface="Figtree"/>
                <a:sym typeface="Figtree"/>
              </a:defRPr>
            </a:lvl2pPr>
            <a:lvl3pPr lvl="2">
              <a:spcBef>
                <a:spcPts val="1000"/>
              </a:spcBef>
              <a:spcAft>
                <a:spcPts val="0"/>
              </a:spcAft>
              <a:buSzPts val="1000"/>
              <a:buFont typeface="Figtree"/>
              <a:buNone/>
              <a:defRPr sz="1000">
                <a:latin typeface="Figtree"/>
                <a:ea typeface="Figtree"/>
                <a:cs typeface="Figtree"/>
                <a:sym typeface="Figtree"/>
              </a:defRPr>
            </a:lvl3pPr>
            <a:lvl4pPr lvl="3">
              <a:spcBef>
                <a:spcPts val="1000"/>
              </a:spcBef>
              <a:spcAft>
                <a:spcPts val="0"/>
              </a:spcAft>
              <a:buSzPts val="1000"/>
              <a:buFont typeface="Figtree"/>
              <a:buNone/>
              <a:defRPr sz="1000">
                <a:latin typeface="Figtree"/>
                <a:ea typeface="Figtree"/>
                <a:cs typeface="Figtree"/>
                <a:sym typeface="Figtree"/>
              </a:defRPr>
            </a:lvl4pPr>
            <a:lvl5pPr lvl="4">
              <a:spcBef>
                <a:spcPts val="1000"/>
              </a:spcBef>
              <a:spcAft>
                <a:spcPts val="0"/>
              </a:spcAft>
              <a:buSzPts val="1000"/>
              <a:buFont typeface="Figtree"/>
              <a:buNone/>
              <a:defRPr sz="1000">
                <a:latin typeface="Figtree"/>
                <a:ea typeface="Figtree"/>
                <a:cs typeface="Figtree"/>
                <a:sym typeface="Figtree"/>
              </a:defRPr>
            </a:lvl5pPr>
            <a:lvl6pPr lvl="5">
              <a:spcBef>
                <a:spcPts val="1000"/>
              </a:spcBef>
              <a:spcAft>
                <a:spcPts val="0"/>
              </a:spcAft>
              <a:buSzPts val="1000"/>
              <a:buFont typeface="Figtree"/>
              <a:buNone/>
              <a:defRPr sz="1000">
                <a:latin typeface="Figtree"/>
                <a:ea typeface="Figtree"/>
                <a:cs typeface="Figtree"/>
                <a:sym typeface="Figtree"/>
              </a:defRPr>
            </a:lvl6pPr>
            <a:lvl7pPr lvl="6">
              <a:spcBef>
                <a:spcPts val="1000"/>
              </a:spcBef>
              <a:spcAft>
                <a:spcPts val="0"/>
              </a:spcAft>
              <a:buSzPts val="1000"/>
              <a:buFont typeface="Figtree"/>
              <a:buNone/>
              <a:defRPr sz="1000">
                <a:latin typeface="Figtree"/>
                <a:ea typeface="Figtree"/>
                <a:cs typeface="Figtree"/>
                <a:sym typeface="Figtree"/>
              </a:defRPr>
            </a:lvl7pPr>
            <a:lvl8pPr lvl="7">
              <a:spcBef>
                <a:spcPts val="1000"/>
              </a:spcBef>
              <a:spcAft>
                <a:spcPts val="0"/>
              </a:spcAft>
              <a:buSzPts val="1000"/>
              <a:buFont typeface="Figtree"/>
              <a:buNone/>
              <a:defRPr sz="1000">
                <a:latin typeface="Figtree"/>
                <a:ea typeface="Figtree"/>
                <a:cs typeface="Figtree"/>
                <a:sym typeface="Figtree"/>
              </a:defRPr>
            </a:lvl8pPr>
            <a:lvl9pPr lvl="8">
              <a:spcBef>
                <a:spcPts val="1000"/>
              </a:spcBef>
              <a:spcAft>
                <a:spcPts val="1000"/>
              </a:spcAft>
              <a:buSzPts val="1000"/>
              <a:buFont typeface="Figtree"/>
              <a:buNone/>
              <a:defRPr sz="1000">
                <a:latin typeface="Figtree"/>
                <a:ea typeface="Figtree"/>
                <a:cs typeface="Figtree"/>
                <a:sym typeface="Figtre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5">
    <p:spTree>
      <p:nvGrpSpPr>
        <p:cNvPr id="49" name="Shape 4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53881" y="471699"/>
            <a:ext cx="3077700" cy="293100"/>
          </a:xfrm>
          <a:prstGeom prst="rect">
            <a:avLst/>
          </a:prstGeom>
          <a:noFill/>
          <a:ln>
            <a:noFill/>
          </a:ln>
        </p:spPr>
        <p:txBody>
          <a:bodyPr anchorCtr="0" anchor="ctr" bIns="94800" lIns="94800" spcFirstLastPara="1" rIns="94800" wrap="square" tIns="94800">
            <a:noAutofit/>
          </a:bodyPr>
          <a:lstStyle>
            <a:lvl1pPr lvl="0">
              <a:spcBef>
                <a:spcPts val="0"/>
              </a:spcBef>
              <a:spcAft>
                <a:spcPts val="0"/>
              </a:spcAft>
              <a:buSzPts val="1500"/>
              <a:buFont typeface="Figtree Medium"/>
              <a:buNone/>
              <a:defRPr sz="1500">
                <a:latin typeface="Figtree Medium"/>
                <a:ea typeface="Figtree Medium"/>
                <a:cs typeface="Figtree Medium"/>
                <a:sym typeface="Figtree Medium"/>
              </a:defRPr>
            </a:lvl1pPr>
            <a:lvl2pPr lvl="1">
              <a:spcBef>
                <a:spcPts val="0"/>
              </a:spcBef>
              <a:spcAft>
                <a:spcPts val="0"/>
              </a:spcAft>
              <a:buSzPts val="1500"/>
              <a:buFont typeface="Figtree Medium"/>
              <a:buNone/>
              <a:defRPr sz="1500">
                <a:latin typeface="Figtree Medium"/>
                <a:ea typeface="Figtree Medium"/>
                <a:cs typeface="Figtree Medium"/>
                <a:sym typeface="Figtree Medium"/>
              </a:defRPr>
            </a:lvl2pPr>
            <a:lvl3pPr lvl="2">
              <a:spcBef>
                <a:spcPts val="0"/>
              </a:spcBef>
              <a:spcAft>
                <a:spcPts val="0"/>
              </a:spcAft>
              <a:buSzPts val="1500"/>
              <a:buFont typeface="Figtree Medium"/>
              <a:buNone/>
              <a:defRPr sz="1500">
                <a:latin typeface="Figtree Medium"/>
                <a:ea typeface="Figtree Medium"/>
                <a:cs typeface="Figtree Medium"/>
                <a:sym typeface="Figtree Medium"/>
              </a:defRPr>
            </a:lvl3pPr>
            <a:lvl4pPr lvl="3">
              <a:spcBef>
                <a:spcPts val="0"/>
              </a:spcBef>
              <a:spcAft>
                <a:spcPts val="0"/>
              </a:spcAft>
              <a:buSzPts val="1500"/>
              <a:buFont typeface="Figtree Medium"/>
              <a:buNone/>
              <a:defRPr sz="1500">
                <a:latin typeface="Figtree Medium"/>
                <a:ea typeface="Figtree Medium"/>
                <a:cs typeface="Figtree Medium"/>
                <a:sym typeface="Figtree Medium"/>
              </a:defRPr>
            </a:lvl4pPr>
            <a:lvl5pPr lvl="4">
              <a:spcBef>
                <a:spcPts val="0"/>
              </a:spcBef>
              <a:spcAft>
                <a:spcPts val="0"/>
              </a:spcAft>
              <a:buSzPts val="1500"/>
              <a:buFont typeface="Figtree Medium"/>
              <a:buNone/>
              <a:defRPr sz="1500">
                <a:latin typeface="Figtree Medium"/>
                <a:ea typeface="Figtree Medium"/>
                <a:cs typeface="Figtree Medium"/>
                <a:sym typeface="Figtree Medium"/>
              </a:defRPr>
            </a:lvl5pPr>
            <a:lvl6pPr lvl="5">
              <a:spcBef>
                <a:spcPts val="0"/>
              </a:spcBef>
              <a:spcAft>
                <a:spcPts val="0"/>
              </a:spcAft>
              <a:buSzPts val="1500"/>
              <a:buFont typeface="Figtree Medium"/>
              <a:buNone/>
              <a:defRPr sz="1500">
                <a:latin typeface="Figtree Medium"/>
                <a:ea typeface="Figtree Medium"/>
                <a:cs typeface="Figtree Medium"/>
                <a:sym typeface="Figtree Medium"/>
              </a:defRPr>
            </a:lvl6pPr>
            <a:lvl7pPr lvl="6">
              <a:spcBef>
                <a:spcPts val="0"/>
              </a:spcBef>
              <a:spcAft>
                <a:spcPts val="0"/>
              </a:spcAft>
              <a:buSzPts val="1500"/>
              <a:buFont typeface="Figtree Medium"/>
              <a:buNone/>
              <a:defRPr sz="1500">
                <a:latin typeface="Figtree Medium"/>
                <a:ea typeface="Figtree Medium"/>
                <a:cs typeface="Figtree Medium"/>
                <a:sym typeface="Figtree Medium"/>
              </a:defRPr>
            </a:lvl7pPr>
            <a:lvl8pPr lvl="7">
              <a:spcBef>
                <a:spcPts val="0"/>
              </a:spcBef>
              <a:spcAft>
                <a:spcPts val="0"/>
              </a:spcAft>
              <a:buSzPts val="1500"/>
              <a:buFont typeface="Figtree Medium"/>
              <a:buNone/>
              <a:defRPr sz="1500">
                <a:latin typeface="Figtree Medium"/>
                <a:ea typeface="Figtree Medium"/>
                <a:cs typeface="Figtree Medium"/>
                <a:sym typeface="Figtree Medium"/>
              </a:defRPr>
            </a:lvl8pPr>
            <a:lvl9pPr lvl="8">
              <a:spcBef>
                <a:spcPts val="0"/>
              </a:spcBef>
              <a:spcAft>
                <a:spcPts val="0"/>
              </a:spcAft>
              <a:buSzPts val="1500"/>
              <a:buFont typeface="Figtree Medium"/>
              <a:buNone/>
              <a:defRPr sz="1500">
                <a:latin typeface="Figtree Medium"/>
                <a:ea typeface="Figtree Medium"/>
                <a:cs typeface="Figtree Medium"/>
                <a:sym typeface="Figtree Medium"/>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30C6B"/>
        </a:solidFill>
      </p:bgPr>
    </p:bg>
    <p:spTree>
      <p:nvGrpSpPr>
        <p:cNvPr id="53" name="Shape 53"/>
        <p:cNvGrpSpPr/>
        <p:nvPr/>
      </p:nvGrpSpPr>
      <p:grpSpPr>
        <a:xfrm>
          <a:off x="0" y="0"/>
          <a:ext cx="0" cy="0"/>
          <a:chOff x="0" y="0"/>
          <a:chExt cx="0" cy="0"/>
        </a:xfrm>
      </p:grpSpPr>
      <p:grpSp>
        <p:nvGrpSpPr>
          <p:cNvPr id="54" name="Google Shape;54;p10"/>
          <p:cNvGrpSpPr/>
          <p:nvPr/>
        </p:nvGrpSpPr>
        <p:grpSpPr>
          <a:xfrm>
            <a:off x="648675" y="1586800"/>
            <a:ext cx="2122653" cy="534725"/>
            <a:chOff x="573375" y="1630025"/>
            <a:chExt cx="2122653" cy="534725"/>
          </a:xfrm>
        </p:grpSpPr>
        <p:pic>
          <p:nvPicPr>
            <p:cNvPr id="55" name="Google Shape;55;p10"/>
            <p:cNvPicPr preferRelativeResize="0"/>
            <p:nvPr/>
          </p:nvPicPr>
          <p:blipFill rotWithShape="1">
            <a:blip r:embed="rId3">
              <a:alphaModFix/>
            </a:blip>
            <a:srcRect b="0" l="20801" r="21692" t="45546"/>
            <a:stretch/>
          </p:blipFill>
          <p:spPr>
            <a:xfrm>
              <a:off x="1158528" y="1630025"/>
              <a:ext cx="1537500" cy="534725"/>
            </a:xfrm>
            <a:prstGeom prst="rect">
              <a:avLst/>
            </a:prstGeom>
            <a:noFill/>
            <a:ln>
              <a:noFill/>
            </a:ln>
          </p:spPr>
        </p:pic>
        <p:pic>
          <p:nvPicPr>
            <p:cNvPr id="56" name="Google Shape;56;p10"/>
            <p:cNvPicPr preferRelativeResize="0"/>
            <p:nvPr/>
          </p:nvPicPr>
          <p:blipFill rotWithShape="1">
            <a:blip r:embed="rId3">
              <a:alphaModFix/>
            </a:blip>
            <a:srcRect b="60727" l="0" r="82998" t="0"/>
            <a:stretch/>
          </p:blipFill>
          <p:spPr>
            <a:xfrm>
              <a:off x="573375" y="1663686"/>
              <a:ext cx="550914" cy="467403"/>
            </a:xfrm>
            <a:prstGeom prst="rect">
              <a:avLst/>
            </a:prstGeom>
            <a:noFill/>
            <a:ln>
              <a:noFill/>
            </a:ln>
          </p:spPr>
        </p:pic>
      </p:grpSp>
      <p:pic>
        <p:nvPicPr>
          <p:cNvPr id="57" name="Google Shape;57;p10"/>
          <p:cNvPicPr preferRelativeResize="0"/>
          <p:nvPr/>
        </p:nvPicPr>
        <p:blipFill>
          <a:blip r:embed="rId4">
            <a:alphaModFix/>
          </a:blip>
          <a:stretch>
            <a:fillRect/>
          </a:stretch>
        </p:blipFill>
        <p:spPr>
          <a:xfrm>
            <a:off x="1094688" y="322775"/>
            <a:ext cx="1230624" cy="12306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30C6B"/>
        </a:solidFill>
      </p:bgPr>
    </p:bg>
    <p:spTree>
      <p:nvGrpSpPr>
        <p:cNvPr id="61" name="Shape 61"/>
        <p:cNvGrpSpPr/>
        <p:nvPr/>
      </p:nvGrpSpPr>
      <p:grpSpPr>
        <a:xfrm>
          <a:off x="0" y="0"/>
          <a:ext cx="0" cy="0"/>
          <a:chOff x="0" y="0"/>
          <a:chExt cx="0" cy="0"/>
        </a:xfrm>
      </p:grpSpPr>
      <p:sp>
        <p:nvSpPr>
          <p:cNvPr id="62" name="Google Shape;62;p11"/>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solidFill>
                  <a:schemeClr val="lt1"/>
                </a:solidFill>
              </a:rPr>
              <a:t>Background</a:t>
            </a:r>
            <a:endParaRPr>
              <a:solidFill>
                <a:schemeClr val="lt1"/>
              </a:solidFill>
            </a:endParaRPr>
          </a:p>
        </p:txBody>
      </p:sp>
      <p:sp>
        <p:nvSpPr>
          <p:cNvPr id="63" name="Google Shape;63;p11"/>
          <p:cNvSpPr txBox="1"/>
          <p:nvPr>
            <p:ph idx="1" type="subTitle"/>
          </p:nvPr>
        </p:nvSpPr>
        <p:spPr>
          <a:xfrm>
            <a:off x="153881" y="782362"/>
            <a:ext cx="3077700" cy="1564800"/>
          </a:xfrm>
          <a:prstGeom prst="rect">
            <a:avLst/>
          </a:prstGeom>
          <a:noFill/>
          <a:ln>
            <a:noFill/>
          </a:ln>
        </p:spPr>
        <p:txBody>
          <a:bodyPr anchorCtr="0" anchor="ctr" bIns="94800" lIns="94800" spcFirstLastPara="1" rIns="94800" wrap="square" tIns="94800">
            <a:noAutofit/>
          </a:bodyPr>
          <a:lstStyle/>
          <a:p>
            <a:pPr indent="0" lvl="0" marL="0" rtl="0" algn="l">
              <a:spcBef>
                <a:spcPts val="0"/>
              </a:spcBef>
              <a:spcAft>
                <a:spcPts val="0"/>
              </a:spcAft>
              <a:buNone/>
            </a:pPr>
            <a:r>
              <a:rPr b="1" lang="en-GB" sz="700">
                <a:solidFill>
                  <a:schemeClr val="lt1"/>
                </a:solidFill>
              </a:rPr>
              <a:t>Effective internal platforms help you go faster, be safer, and increase efficiency as you scale.</a:t>
            </a:r>
            <a:endParaRPr b="1" sz="700">
              <a:solidFill>
                <a:schemeClr val="lt1"/>
              </a:solidFill>
            </a:endParaRPr>
          </a:p>
          <a:p>
            <a:pPr indent="0" lvl="0" marL="0" rtl="0" algn="l">
              <a:lnSpc>
                <a:spcPct val="115000"/>
              </a:lnSpc>
              <a:spcBef>
                <a:spcPts val="1200"/>
              </a:spcBef>
              <a:spcAft>
                <a:spcPts val="0"/>
              </a:spcAft>
              <a:buNone/>
            </a:pPr>
            <a:r>
              <a:rPr lang="en-GB" sz="700">
                <a:solidFill>
                  <a:schemeClr val="lt1"/>
                </a:solidFill>
              </a:rPr>
              <a:t>To create an effective platform, you must incorporate three essential principles</a:t>
            </a:r>
            <a:r>
              <a:rPr lang="en-GB" sz="700">
                <a:solidFill>
                  <a:schemeClr val="lt1"/>
                </a:solidFill>
              </a:rPr>
              <a:t>:</a:t>
            </a:r>
            <a:endParaRPr sz="700">
              <a:solidFill>
                <a:schemeClr val="lt1"/>
              </a:solidFill>
            </a:endParaRPr>
          </a:p>
          <a:p>
            <a:pPr indent="0" lvl="0" marL="254000" rtl="0" algn="l">
              <a:spcBef>
                <a:spcPts val="0"/>
              </a:spcBef>
              <a:spcAft>
                <a:spcPts val="0"/>
              </a:spcAft>
              <a:buNone/>
            </a:pPr>
            <a:r>
              <a:rPr lang="en-GB" sz="700">
                <a:solidFill>
                  <a:schemeClr val="lt1"/>
                </a:solidFill>
              </a:rPr>
              <a:t>1. Self-service and on-demand access</a:t>
            </a:r>
            <a:endParaRPr sz="700">
              <a:solidFill>
                <a:schemeClr val="lt1"/>
              </a:solidFill>
            </a:endParaRPr>
          </a:p>
          <a:p>
            <a:pPr indent="0" lvl="0" marL="254000" rtl="0" algn="l">
              <a:spcBef>
                <a:spcPts val="0"/>
              </a:spcBef>
              <a:spcAft>
                <a:spcPts val="0"/>
              </a:spcAft>
              <a:buNone/>
            </a:pPr>
            <a:r>
              <a:rPr lang="en-GB" sz="700">
                <a:solidFill>
                  <a:schemeClr val="lt1"/>
                </a:solidFill>
              </a:rPr>
              <a:t>2. Consistently applied business processes</a:t>
            </a:r>
            <a:endParaRPr sz="700">
              <a:solidFill>
                <a:schemeClr val="lt1"/>
              </a:solidFill>
            </a:endParaRPr>
          </a:p>
          <a:p>
            <a:pPr indent="0" lvl="0" marL="254000" rtl="0" algn="l">
              <a:spcBef>
                <a:spcPts val="0"/>
              </a:spcBef>
              <a:spcAft>
                <a:spcPts val="0"/>
              </a:spcAft>
              <a:buNone/>
            </a:pPr>
            <a:r>
              <a:rPr lang="en-GB" sz="700">
                <a:solidFill>
                  <a:schemeClr val="lt1"/>
                </a:solidFill>
              </a:rPr>
              <a:t>3. Fleet-manage services at scale</a:t>
            </a:r>
            <a:endParaRPr sz="700">
              <a:solidFill>
                <a:schemeClr val="lt1"/>
              </a:solidFill>
            </a:endParaRPr>
          </a:p>
          <a:p>
            <a:pPr indent="0" lvl="0" marL="254000" rtl="0" algn="l">
              <a:spcBef>
                <a:spcPts val="0"/>
              </a:spcBef>
              <a:spcAft>
                <a:spcPts val="0"/>
              </a:spcAft>
              <a:buNone/>
            </a:pPr>
            <a:r>
              <a:t/>
            </a:r>
            <a:endParaRPr sz="700">
              <a:solidFill>
                <a:schemeClr val="lt1"/>
              </a:solidFill>
            </a:endParaRPr>
          </a:p>
          <a:p>
            <a:pPr indent="0" lvl="0" marL="0" rtl="0" algn="l">
              <a:spcBef>
                <a:spcPts val="0"/>
              </a:spcBef>
              <a:spcAft>
                <a:spcPts val="0"/>
              </a:spcAft>
              <a:buNone/>
            </a:pPr>
            <a:r>
              <a:rPr lang="en-GB" sz="700">
                <a:solidFill>
                  <a:schemeClr val="lt1"/>
                </a:solidFill>
              </a:rPr>
              <a:t>Syntasso Kratix Enterprise (SKE) does this and more by providing the Promise API. Use this card deck to design your own services that comply to all the platform principles.</a:t>
            </a:r>
            <a:endParaRPr sz="700">
              <a:solidFill>
                <a:schemeClr val="lt1"/>
              </a:solidFill>
            </a:endParaRPr>
          </a:p>
        </p:txBody>
      </p:sp>
      <p:cxnSp>
        <p:nvCxnSpPr>
          <p:cNvPr id="64" name="Google Shape;64;p11"/>
          <p:cNvCxnSpPr/>
          <p:nvPr/>
        </p:nvCxnSpPr>
        <p:spPr>
          <a:xfrm>
            <a:off x="-1925" y="469150"/>
            <a:ext cx="3426600" cy="0"/>
          </a:xfrm>
          <a:prstGeom prst="straightConnector1">
            <a:avLst/>
          </a:prstGeom>
          <a:noFill/>
          <a:ln cap="flat" cmpd="sng" w="9525">
            <a:solidFill>
              <a:schemeClr val="lt1"/>
            </a:solidFill>
            <a:prstDash val="solid"/>
            <a:round/>
            <a:headEnd len="med" w="med" type="none"/>
            <a:tailEnd len="med" w="med" type="none"/>
          </a:ln>
        </p:spPr>
      </p:cxnSp>
      <p:pic>
        <p:nvPicPr>
          <p:cNvPr id="65" name="Google Shape;65;p11"/>
          <p:cNvPicPr preferRelativeResize="0"/>
          <p:nvPr/>
        </p:nvPicPr>
        <p:blipFill>
          <a:blip r:embed="rId3">
            <a:alphaModFix/>
          </a:blip>
          <a:stretch>
            <a:fillRect/>
          </a:stretch>
        </p:blipFill>
        <p:spPr>
          <a:xfrm>
            <a:off x="2078630" y="2265250"/>
            <a:ext cx="1085825" cy="81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69" name="Shape 69"/>
        <p:cNvGrpSpPr/>
        <p:nvPr/>
      </p:nvGrpSpPr>
      <p:grpSpPr>
        <a:xfrm>
          <a:off x="0" y="0"/>
          <a:ext cx="0" cy="0"/>
          <a:chOff x="0" y="0"/>
          <a:chExt cx="0" cy="0"/>
        </a:xfrm>
      </p:grpSpPr>
      <p:sp>
        <p:nvSpPr>
          <p:cNvPr id="70" name="Google Shape;70;p12"/>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solidFill>
                  <a:schemeClr val="lt1"/>
                </a:solidFill>
              </a:rPr>
              <a:t>Interface</a:t>
            </a:r>
            <a:r>
              <a:rPr lang="en-GB">
                <a:solidFill>
                  <a:schemeClr val="lt1"/>
                </a:solidFill>
              </a:rPr>
              <a:t>s explained</a:t>
            </a:r>
            <a:endParaRPr>
              <a:solidFill>
                <a:schemeClr val="lt1"/>
              </a:solidFill>
            </a:endParaRPr>
          </a:p>
        </p:txBody>
      </p:sp>
      <p:sp>
        <p:nvSpPr>
          <p:cNvPr id="71" name="Google Shape;71;p12"/>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Clr>
                <a:schemeClr val="dk1"/>
              </a:buClr>
              <a:buSzPts val="1100"/>
              <a:buFont typeface="Arial"/>
              <a:buNone/>
            </a:pPr>
            <a:r>
              <a:rPr b="1" lang="en-GB">
                <a:solidFill>
                  <a:schemeClr val="lt1"/>
                </a:solidFill>
              </a:rPr>
              <a:t>Interfaces enable users to create, update, delete, maintain, and review platform capabilities.</a:t>
            </a:r>
            <a:endParaRPr b="1">
              <a:solidFill>
                <a:schemeClr val="lt1"/>
              </a:solidFill>
            </a:endParaRPr>
          </a:p>
          <a:p>
            <a:pPr indent="0" lvl="0" marL="0" rtl="0" algn="l">
              <a:spcBef>
                <a:spcPts val="1000"/>
              </a:spcBef>
              <a:spcAft>
                <a:spcPts val="0"/>
              </a:spcAft>
              <a:buClr>
                <a:schemeClr val="dk1"/>
              </a:buClr>
              <a:buSzPts val="1100"/>
              <a:buFont typeface="Arial"/>
              <a:buNone/>
            </a:pPr>
            <a:r>
              <a:rPr lang="en-GB">
                <a:solidFill>
                  <a:schemeClr val="lt1"/>
                </a:solidFill>
              </a:rPr>
              <a:t>There’s no single right way to access a platform– some tasks require scripting, while others rely on visualisation, each needing different interfaces.</a:t>
            </a:r>
            <a:endParaRPr>
              <a:solidFill>
                <a:schemeClr val="lt1"/>
              </a:solidFill>
            </a:endParaRPr>
          </a:p>
          <a:p>
            <a:pPr indent="0" lvl="0" marL="0" rtl="0" algn="l">
              <a:spcBef>
                <a:spcPts val="1000"/>
              </a:spcBef>
              <a:spcAft>
                <a:spcPts val="1000"/>
              </a:spcAft>
              <a:buClr>
                <a:schemeClr val="dk1"/>
              </a:buClr>
              <a:buSzPts val="1100"/>
              <a:buFont typeface="Arial"/>
              <a:buNone/>
            </a:pPr>
            <a:r>
              <a:rPr lang="en-GB">
                <a:solidFill>
                  <a:schemeClr val="lt1"/>
                </a:solidFill>
              </a:rPr>
              <a:t>The key is ensuring your platform supports all interface types with minimal maintenance.</a:t>
            </a:r>
            <a:endParaRPr>
              <a:solidFill>
                <a:schemeClr val="lt1"/>
              </a:solidFill>
            </a:endParaRPr>
          </a:p>
        </p:txBody>
      </p:sp>
      <p:cxnSp>
        <p:nvCxnSpPr>
          <p:cNvPr id="72" name="Google Shape;72;p12"/>
          <p:cNvCxnSpPr/>
          <p:nvPr/>
        </p:nvCxnSpPr>
        <p:spPr>
          <a:xfrm>
            <a:off x="-1925" y="469150"/>
            <a:ext cx="34266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3"/>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API </a:t>
            </a:r>
            <a:r>
              <a:rPr i="1" lang="en-GB" sz="700"/>
              <a:t>(default)</a:t>
            </a:r>
            <a:endParaRPr i="1" sz="700"/>
          </a:p>
        </p:txBody>
      </p:sp>
      <p:sp>
        <p:nvSpPr>
          <p:cNvPr id="78" name="Google Shape;78;p13"/>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All modern platforms today start with a powerful API and layer in additional interfaces on top. For example, cloud providers start with the API and then extend to a CLI and GUI for different use cases.</a:t>
            </a:r>
            <a:endParaRPr/>
          </a:p>
          <a:p>
            <a:pPr indent="0" lvl="0" marL="0" rtl="0" algn="l">
              <a:spcBef>
                <a:spcPts val="1000"/>
              </a:spcBef>
              <a:spcAft>
                <a:spcPts val="1000"/>
              </a:spcAft>
              <a:buNone/>
            </a:pPr>
            <a:r>
              <a:rPr lang="en-GB"/>
              <a:t>Therefore, this interface is labeled as "default" and </a:t>
            </a:r>
            <a:r>
              <a:rPr lang="en-GB"/>
              <a:t>should</a:t>
            </a:r>
            <a:r>
              <a:rPr lang="en-GB"/>
              <a:t> always be included in the interfaces section.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4"/>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Portal</a:t>
            </a:r>
            <a:endParaRPr/>
          </a:p>
        </p:txBody>
      </p:sp>
      <p:sp>
        <p:nvSpPr>
          <p:cNvPr id="84" name="Google Shape;84;p14"/>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Often b</a:t>
            </a:r>
            <a:r>
              <a:rPr lang="en-GB"/>
              <a:t>rowser-based (GUI) interfaces that show a catalog of platform services and resources.</a:t>
            </a:r>
            <a:endParaRPr/>
          </a:p>
          <a:p>
            <a:pPr indent="0" lvl="0" marL="0" rtl="0" algn="l">
              <a:spcBef>
                <a:spcPts val="1000"/>
              </a:spcBef>
              <a:spcAft>
                <a:spcPts val="0"/>
              </a:spcAft>
              <a:buNone/>
            </a:pPr>
            <a:r>
              <a:rPr lang="en-GB"/>
              <a:t>Portals can be</a:t>
            </a:r>
            <a:r>
              <a:rPr lang="en-GB"/>
              <a:t> custom built, self-hosted projects (e.g. the popular CNCF project Backstage) or SaaS products (e.g. Port, Cortex, and Roadie).</a:t>
            </a:r>
            <a:endParaRPr/>
          </a:p>
          <a:p>
            <a:pPr indent="0" lvl="0" marL="0" rtl="0" algn="l">
              <a:spcBef>
                <a:spcPts val="1000"/>
              </a:spcBef>
              <a:spcAft>
                <a:spcPts val="1000"/>
              </a:spcAft>
              <a:buNone/>
            </a:pPr>
            <a:r>
              <a:rPr lang="en-GB"/>
              <a:t>P</a:t>
            </a:r>
            <a:r>
              <a:rPr lang="en-GB"/>
              <a:t>ortal configuration and data is directly dependent on the platform and therefore should be managed by the platform itself to reduce overhead.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5"/>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Ticketing System</a:t>
            </a:r>
            <a:endParaRPr/>
          </a:p>
        </p:txBody>
      </p:sp>
      <p:sp>
        <p:nvSpPr>
          <p:cNvPr id="90" name="Google Shape;90;p15"/>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Ticketing systems are commonly associated with long wait times and manual processes but are also often core to an organisation's user </a:t>
            </a:r>
            <a:r>
              <a:rPr lang="en-GB"/>
              <a:t>experience</a:t>
            </a:r>
            <a:r>
              <a:rPr lang="en-GB"/>
              <a:t> and tracking mechanisms.</a:t>
            </a:r>
            <a:endParaRPr/>
          </a:p>
          <a:p>
            <a:pPr indent="0" lvl="0" marL="0" rtl="0" algn="l">
              <a:spcBef>
                <a:spcPts val="1000"/>
              </a:spcBef>
              <a:spcAft>
                <a:spcPts val="1000"/>
              </a:spcAft>
              <a:buNone/>
            </a:pPr>
            <a:r>
              <a:rPr lang="en-GB"/>
              <a:t>Platforms can be exposed via the existing tools </a:t>
            </a:r>
            <a:r>
              <a:rPr lang="en-GB">
                <a:solidFill>
                  <a:schemeClr val="dk1"/>
                </a:solidFill>
              </a:rPr>
              <a:t>such as Jira and ServiceNow to maintain experience and tracking but replace manual processes with on-demand offerings.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6"/>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Command Line Interface (CLI)</a:t>
            </a:r>
            <a:endParaRPr/>
          </a:p>
        </p:txBody>
      </p:sp>
      <p:sp>
        <p:nvSpPr>
          <p:cNvPr id="96" name="Google Shape;96;p16"/>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A CLI enables terminal-based platform engagement which is often a preference for engineers and even a </a:t>
            </a:r>
            <a:r>
              <a:rPr lang="en-GB"/>
              <a:t>requirement</a:t>
            </a:r>
            <a:r>
              <a:rPr lang="en-GB"/>
              <a:t> for some tasks such as CI/CD scripts which do not have browser access.</a:t>
            </a:r>
            <a:endParaRPr/>
          </a:p>
          <a:p>
            <a:pPr indent="0" lvl="0" marL="0" rtl="0" algn="l">
              <a:spcBef>
                <a:spcPts val="1000"/>
              </a:spcBef>
              <a:spcAft>
                <a:spcPts val="1000"/>
              </a:spcAft>
              <a:buClr>
                <a:schemeClr val="dk1"/>
              </a:buClr>
              <a:buSzPts val="1100"/>
              <a:buFont typeface="Arial"/>
              <a:buNone/>
            </a:pPr>
            <a:r>
              <a:rPr lang="en-GB">
                <a:solidFill>
                  <a:schemeClr val="dk1"/>
                </a:solidFill>
              </a:rPr>
              <a:t>CLI </a:t>
            </a:r>
            <a:r>
              <a:rPr lang="en-GB">
                <a:solidFill>
                  <a:schemeClr val="dk1"/>
                </a:solidFill>
              </a:rPr>
              <a:t>configuration and data is directly dependent on the platform and therefore should be managed by the platform itself to reduce overhead.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7"/>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Integrated Developer Env (IDE)</a:t>
            </a:r>
            <a:endParaRPr/>
          </a:p>
        </p:txBody>
      </p:sp>
      <p:sp>
        <p:nvSpPr>
          <p:cNvPr id="102" name="Google Shape;102;p17"/>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Developers are often working with AI and code in an IDE, whether it be more graphical (e.g. JetBrains or VSCode) or in the terminal (e.g. VIM or Neo).</a:t>
            </a:r>
            <a:endParaRPr/>
          </a:p>
          <a:p>
            <a:pPr indent="0" lvl="0" marL="0" rtl="0" algn="l">
              <a:spcBef>
                <a:spcPts val="1000"/>
              </a:spcBef>
              <a:spcAft>
                <a:spcPts val="1000"/>
              </a:spcAft>
              <a:buNone/>
            </a:pPr>
            <a:r>
              <a:rPr lang="en-GB"/>
              <a:t>Platforms can </a:t>
            </a:r>
            <a:r>
              <a:rPr lang="en-GB"/>
              <a:t>provide MCP servers and plugins to any IDE</a:t>
            </a:r>
            <a:r>
              <a:rPr lang="en-GB"/>
              <a:t> to provide faster feedback and easier access to tools and developer </a:t>
            </a:r>
            <a:r>
              <a:rPr lang="en-GB"/>
              <a:t>environments</a:t>
            </a:r>
            <a:r>
              <a:rPr lang="en-GB"/>
              <a: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F6000"/>
        </a:solidFill>
      </p:bgPr>
    </p:bg>
    <p:spTree>
      <p:nvGrpSpPr>
        <p:cNvPr id="106" name="Shape 106"/>
        <p:cNvGrpSpPr/>
        <p:nvPr/>
      </p:nvGrpSpPr>
      <p:grpSpPr>
        <a:xfrm>
          <a:off x="0" y="0"/>
          <a:ext cx="0" cy="0"/>
          <a:chOff x="0" y="0"/>
          <a:chExt cx="0" cy="0"/>
        </a:xfrm>
      </p:grpSpPr>
      <p:sp>
        <p:nvSpPr>
          <p:cNvPr id="107" name="Google Shape;107;p18"/>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solidFill>
                  <a:schemeClr val="lt1"/>
                </a:solidFill>
              </a:rPr>
              <a:t>Destinations explained</a:t>
            </a:r>
            <a:endParaRPr>
              <a:solidFill>
                <a:schemeClr val="lt1"/>
              </a:solidFill>
            </a:endParaRPr>
          </a:p>
        </p:txBody>
      </p:sp>
      <p:sp>
        <p:nvSpPr>
          <p:cNvPr id="108" name="Google Shape;108;p18"/>
          <p:cNvSpPr txBox="1"/>
          <p:nvPr>
            <p:ph idx="1" type="subTitle"/>
          </p:nvPr>
        </p:nvSpPr>
        <p:spPr>
          <a:xfrm>
            <a:off x="153881" y="782362"/>
            <a:ext cx="3077700" cy="1564800"/>
          </a:xfrm>
          <a:prstGeom prst="rect">
            <a:avLst/>
          </a:prstGeom>
          <a:noFill/>
          <a:ln>
            <a:noFill/>
          </a:ln>
        </p:spPr>
        <p:txBody>
          <a:bodyPr anchorCtr="0" anchor="ctr" bIns="94800" lIns="94800" spcFirstLastPara="1" rIns="94800" wrap="square" tIns="94800">
            <a:noAutofit/>
          </a:bodyPr>
          <a:lstStyle/>
          <a:p>
            <a:pPr indent="0" lvl="0" marL="0" rtl="0" algn="l">
              <a:spcBef>
                <a:spcPts val="0"/>
              </a:spcBef>
              <a:spcAft>
                <a:spcPts val="0"/>
              </a:spcAft>
              <a:buClr>
                <a:schemeClr val="dk1"/>
              </a:buClr>
              <a:buSzPts val="1100"/>
              <a:buFont typeface="Arial"/>
              <a:buNone/>
            </a:pPr>
            <a:r>
              <a:rPr b="1" lang="en-GB" sz="1000">
                <a:solidFill>
                  <a:schemeClr val="lt1"/>
                </a:solidFill>
              </a:rPr>
              <a:t>Destinations are the locations declarative code can be scheduled to.</a:t>
            </a:r>
            <a:endParaRPr b="1" sz="1000">
              <a:solidFill>
                <a:schemeClr val="lt1"/>
              </a:solidFill>
            </a:endParaRPr>
          </a:p>
          <a:p>
            <a:pPr indent="0" lvl="0" marL="0" rtl="0" algn="l">
              <a:spcBef>
                <a:spcPts val="1000"/>
              </a:spcBef>
              <a:spcAft>
                <a:spcPts val="0"/>
              </a:spcAft>
              <a:buNone/>
            </a:pPr>
            <a:r>
              <a:rPr lang="en-GB" sz="1000">
                <a:solidFill>
                  <a:schemeClr val="lt1"/>
                </a:solidFill>
              </a:rPr>
              <a:t>A platform has many destinations. Each one refers to a target location that can have declarative code applied via GitOps or other </a:t>
            </a:r>
            <a:r>
              <a:rPr lang="en-GB" sz="1000">
                <a:solidFill>
                  <a:schemeClr val="lt1"/>
                </a:solidFill>
              </a:rPr>
              <a:t>deployment</a:t>
            </a:r>
            <a:r>
              <a:rPr lang="en-GB" sz="1000">
                <a:solidFill>
                  <a:schemeClr val="lt1"/>
                </a:solidFill>
              </a:rPr>
              <a:t> process.</a:t>
            </a:r>
            <a:endParaRPr sz="1000">
              <a:solidFill>
                <a:schemeClr val="lt1"/>
              </a:solidFill>
            </a:endParaRPr>
          </a:p>
          <a:p>
            <a:pPr indent="0" lvl="0" marL="0" rtl="0" algn="l">
              <a:spcBef>
                <a:spcPts val="1000"/>
              </a:spcBef>
              <a:spcAft>
                <a:spcPts val="1000"/>
              </a:spcAft>
              <a:buNone/>
            </a:pPr>
            <a:r>
              <a:rPr lang="en-GB" sz="1000">
                <a:solidFill>
                  <a:schemeClr val="lt1"/>
                </a:solidFill>
              </a:rPr>
              <a:t>There are countless types of destinations as they can be scoped by type of technology, environment, or ownership model.</a:t>
            </a:r>
            <a:endParaRPr sz="1000">
              <a:solidFill>
                <a:schemeClr val="lt1"/>
              </a:solidFill>
            </a:endParaRPr>
          </a:p>
        </p:txBody>
      </p:sp>
      <p:cxnSp>
        <p:nvCxnSpPr>
          <p:cNvPr id="109" name="Google Shape;109;p18"/>
          <p:cNvCxnSpPr/>
          <p:nvPr/>
        </p:nvCxnSpPr>
        <p:spPr>
          <a:xfrm>
            <a:off x="-1925" y="469150"/>
            <a:ext cx="34266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9"/>
          <p:cNvSpPr txBox="1"/>
          <p:nvPr>
            <p:ph type="title"/>
          </p:nvPr>
        </p:nvSpPr>
        <p:spPr>
          <a:xfrm>
            <a:off x="153875" y="471700"/>
            <a:ext cx="31590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Kubernetes cluster</a:t>
            </a:r>
            <a:endParaRPr/>
          </a:p>
        </p:txBody>
      </p:sp>
      <p:sp>
        <p:nvSpPr>
          <p:cNvPr id="115" name="Google Shape;115;p19"/>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There can be as many destinations as you have clusters. Each one configured to the right level of security and scale for its use case.</a:t>
            </a:r>
            <a:endParaRPr/>
          </a:p>
          <a:p>
            <a:pPr indent="0" lvl="0" marL="0" rtl="0" algn="l">
              <a:spcBef>
                <a:spcPts val="1000"/>
              </a:spcBef>
              <a:spcAft>
                <a:spcPts val="1000"/>
              </a:spcAft>
              <a:buNone/>
            </a:pPr>
            <a:r>
              <a:rPr lang="en-GB"/>
              <a:t>Each destination can refer to </a:t>
            </a:r>
            <a:r>
              <a:rPr lang="en-GB"/>
              <a:t>environments</a:t>
            </a:r>
            <a:r>
              <a:rPr lang="en-GB"/>
              <a:t> (dev/prod), type (GPU, PCI compliant), or any other domain model you divide clusters by within your organisation.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type="title"/>
          </p:nvPr>
        </p:nvSpPr>
        <p:spPr>
          <a:xfrm>
            <a:off x="153875" y="471700"/>
            <a:ext cx="31590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Cloud Provider</a:t>
            </a:r>
            <a:endParaRPr/>
          </a:p>
        </p:txBody>
      </p:sp>
      <p:sp>
        <p:nvSpPr>
          <p:cNvPr id="121" name="Google Shape;121;p20"/>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You may require multiple cloud destinations to cover different providers, </a:t>
            </a:r>
            <a:r>
              <a:rPr lang="en-GB"/>
              <a:t>accounts, even regions.</a:t>
            </a:r>
            <a:endParaRPr/>
          </a:p>
          <a:p>
            <a:pPr indent="0" lvl="0" marL="0" rtl="0" algn="l">
              <a:spcBef>
                <a:spcPts val="1000"/>
              </a:spcBef>
              <a:spcAft>
                <a:spcPts val="1000"/>
              </a:spcAft>
              <a:buNone/>
            </a:pPr>
            <a:r>
              <a:rPr lang="en-GB"/>
              <a:t>Each destination represents a unique domain and can be configured using proprietary tools (e.g. CloudFormation or Bicep) or general Infrastructure as Code tools such as Crossplane or Terraform</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Software as a Service (SaaS)</a:t>
            </a:r>
            <a:endParaRPr/>
          </a:p>
        </p:txBody>
      </p:sp>
      <p:sp>
        <p:nvSpPr>
          <p:cNvPr id="127" name="Google Shape;127;p21"/>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This can represent any number of vendors where the software you depend on is run by the vendor and accessed over the internet.</a:t>
            </a:r>
            <a:endParaRPr/>
          </a:p>
          <a:p>
            <a:pPr indent="0" lvl="0" marL="0" rtl="0" algn="l">
              <a:spcBef>
                <a:spcPts val="1000"/>
              </a:spcBef>
              <a:spcAft>
                <a:spcPts val="1000"/>
              </a:spcAft>
              <a:buNone/>
            </a:pPr>
            <a:r>
              <a:rPr lang="en-GB"/>
              <a:t>You can use this destination to manage what vendor features are available as well as to provide access or features for a specific tenant.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2"/>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On-premise / hardware</a:t>
            </a:r>
            <a:endParaRPr/>
          </a:p>
        </p:txBody>
      </p:sp>
      <p:sp>
        <p:nvSpPr>
          <p:cNvPr id="133" name="Google Shape;133;p22"/>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Not all resources are in the cloud.</a:t>
            </a:r>
            <a:endParaRPr/>
          </a:p>
          <a:p>
            <a:pPr indent="0" lvl="0" marL="0" rtl="0" algn="l">
              <a:spcBef>
                <a:spcPts val="1000"/>
              </a:spcBef>
              <a:spcAft>
                <a:spcPts val="1000"/>
              </a:spcAft>
              <a:buNone/>
            </a:pPr>
            <a:r>
              <a:rPr lang="en-GB"/>
              <a:t>If you need to manage on-premise infrastructure you can use something as simple as a cronjob to refer to the declared state in a Destination to maintain and update the configuration of anything from a network device to a server to a mainframe.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137" name="Shape 137"/>
        <p:cNvGrpSpPr/>
        <p:nvPr/>
      </p:nvGrpSpPr>
      <p:grpSpPr>
        <a:xfrm>
          <a:off x="0" y="0"/>
          <a:ext cx="0" cy="0"/>
          <a:chOff x="0" y="0"/>
          <a:chExt cx="0" cy="0"/>
        </a:xfrm>
      </p:grpSpPr>
      <p:sp>
        <p:nvSpPr>
          <p:cNvPr id="138" name="Google Shape;138;p23"/>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solidFill>
                  <a:schemeClr val="lt1"/>
                </a:solidFill>
              </a:rPr>
              <a:t>Inputs explained</a:t>
            </a:r>
            <a:endParaRPr>
              <a:solidFill>
                <a:schemeClr val="lt1"/>
              </a:solidFill>
            </a:endParaRPr>
          </a:p>
        </p:txBody>
      </p:sp>
      <p:sp>
        <p:nvSpPr>
          <p:cNvPr id="139" name="Google Shape;139;p23"/>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b="1" lang="en-GB">
                <a:solidFill>
                  <a:schemeClr val="lt1"/>
                </a:solidFill>
              </a:rPr>
              <a:t>Inputs are the pieces of information that the platform users can configure.</a:t>
            </a:r>
            <a:endParaRPr b="1">
              <a:solidFill>
                <a:schemeClr val="lt1"/>
              </a:solidFill>
            </a:endParaRPr>
          </a:p>
          <a:p>
            <a:pPr indent="0" lvl="0" marL="0" marR="0" rtl="0" algn="l">
              <a:lnSpc>
                <a:spcPct val="100000"/>
              </a:lnSpc>
              <a:spcBef>
                <a:spcPts val="1000"/>
              </a:spcBef>
              <a:spcAft>
                <a:spcPts val="0"/>
              </a:spcAft>
              <a:buNone/>
            </a:pPr>
            <a:r>
              <a:rPr lang="en-GB">
                <a:solidFill>
                  <a:schemeClr val="lt1"/>
                </a:solidFill>
              </a:rPr>
              <a:t>Input fields can be in many different formats, such as enums, strings, numbers, and booleans.</a:t>
            </a:r>
            <a:endParaRPr>
              <a:solidFill>
                <a:schemeClr val="lt1"/>
              </a:solidFill>
            </a:endParaRPr>
          </a:p>
          <a:p>
            <a:pPr indent="0" lvl="0" marL="0" rtl="0" algn="l">
              <a:spcBef>
                <a:spcPts val="1000"/>
              </a:spcBef>
              <a:spcAft>
                <a:spcPts val="1000"/>
              </a:spcAft>
              <a:buNone/>
            </a:pPr>
            <a:r>
              <a:rPr lang="en-GB">
                <a:solidFill>
                  <a:schemeClr val="lt1"/>
                </a:solidFill>
              </a:rPr>
              <a:t>Keep in mind, i</a:t>
            </a:r>
            <a:r>
              <a:rPr lang="en-GB">
                <a:solidFill>
                  <a:schemeClr val="lt1"/>
                </a:solidFill>
              </a:rPr>
              <a:t>nputs are how users interact with the platform, so they should be viewed as a collaborative effort.</a:t>
            </a:r>
            <a:endParaRPr>
              <a:solidFill>
                <a:schemeClr val="lt1"/>
              </a:solidFill>
            </a:endParaRPr>
          </a:p>
        </p:txBody>
      </p:sp>
      <p:cxnSp>
        <p:nvCxnSpPr>
          <p:cNvPr id="140" name="Google Shape;140;p23"/>
          <p:cNvCxnSpPr/>
          <p:nvPr/>
        </p:nvCxnSpPr>
        <p:spPr>
          <a:xfrm>
            <a:off x="-1925" y="469150"/>
            <a:ext cx="34266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4"/>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Name</a:t>
            </a:r>
            <a:endParaRPr/>
          </a:p>
        </p:txBody>
      </p:sp>
      <p:sp>
        <p:nvSpPr>
          <p:cNvPr id="146" name="Google Shape;146;p24"/>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This is both the most common, and </a:t>
            </a:r>
            <a:r>
              <a:rPr lang="en-GB"/>
              <a:t>often</a:t>
            </a:r>
            <a:r>
              <a:rPr lang="en-GB"/>
              <a:t> the least necessary input, so think twice before using. Do you require a name from the user? Or is this something you can generate?</a:t>
            </a:r>
            <a:endParaRPr/>
          </a:p>
          <a:p>
            <a:pPr indent="0" lvl="0" marL="0" rtl="0" algn="l">
              <a:spcBef>
                <a:spcPts val="1000"/>
              </a:spcBef>
              <a:spcAft>
                <a:spcPts val="1000"/>
              </a:spcAft>
              <a:buNone/>
            </a:pPr>
            <a:r>
              <a:rPr lang="en-GB"/>
              <a:t>Name inputs are most important when the name is frequently referenced off-platform.</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5"/>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Size</a:t>
            </a:r>
            <a:endParaRPr/>
          </a:p>
        </p:txBody>
      </p:sp>
      <p:sp>
        <p:nvSpPr>
          <p:cNvPr id="152" name="Google Shape;152;p25"/>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How big a resource is can affect its cost and efficiency. Users may be able to indicate their requirements in bucket sizing (e.g. small, medium or large) or need to provide specific bytes.</a:t>
            </a:r>
            <a:endParaRPr/>
          </a:p>
          <a:p>
            <a:pPr indent="0" lvl="0" marL="0" rtl="0" algn="l">
              <a:spcBef>
                <a:spcPts val="1000"/>
              </a:spcBef>
              <a:spcAft>
                <a:spcPts val="1000"/>
              </a:spcAft>
              <a:buNone/>
            </a:pPr>
            <a:r>
              <a:rPr lang="en-GB"/>
              <a:t>Keep in mind that if size is </a:t>
            </a:r>
            <a:r>
              <a:rPr lang="en-GB"/>
              <a:t>provided</a:t>
            </a:r>
            <a:r>
              <a:rPr lang="en-GB"/>
              <a:t>, and it is either too big or too small, it will be the user who needs to update their request to match the actual need.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6"/>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Physical location</a:t>
            </a:r>
            <a:endParaRPr/>
          </a:p>
        </p:txBody>
      </p:sp>
      <p:sp>
        <p:nvSpPr>
          <p:cNvPr id="158" name="Google Shape;158;p26"/>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Most of the time a user doesn't care </a:t>
            </a:r>
            <a:r>
              <a:rPr i="1" lang="en-GB"/>
              <a:t>where</a:t>
            </a:r>
            <a:r>
              <a:rPr lang="en-GB"/>
              <a:t> a resource is deployed, just that it is available through </a:t>
            </a:r>
            <a:r>
              <a:rPr lang="en-GB"/>
              <a:t>networking.</a:t>
            </a:r>
            <a:endParaRPr/>
          </a:p>
          <a:p>
            <a:pPr indent="0" lvl="0" marL="0" rtl="0" algn="l">
              <a:spcBef>
                <a:spcPts val="1000"/>
              </a:spcBef>
              <a:spcAft>
                <a:spcPts val="1000"/>
              </a:spcAft>
              <a:buNone/>
            </a:pPr>
            <a:r>
              <a:rPr lang="en-GB"/>
              <a:t>In some cases though a user must meet data residency requirements and/or latency requirements which demand a specific physical location for their resources.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7"/>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Container image</a:t>
            </a:r>
            <a:endParaRPr/>
          </a:p>
        </p:txBody>
      </p:sp>
      <p:sp>
        <p:nvSpPr>
          <p:cNvPr id="164" name="Google Shape;164;p27"/>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1000"/>
              </a:spcAft>
              <a:buNone/>
            </a:pPr>
            <a:r>
              <a:rPr lang="en-GB"/>
              <a:t>If a user is asking the platform to deploy software, it likely needs to provide the software to deploy. One option is to provide a previously built image via its registry or other indicators.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8"/>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Security level</a:t>
            </a:r>
            <a:endParaRPr/>
          </a:p>
        </p:txBody>
      </p:sp>
      <p:sp>
        <p:nvSpPr>
          <p:cNvPr id="170" name="Google Shape;170;p28"/>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Not all resources require the same level of security. For example, some resources may never touch customer data, others may contain not only customer information, but data that can be used for </a:t>
            </a:r>
            <a:r>
              <a:rPr lang="en-GB"/>
              <a:t>financial</a:t>
            </a:r>
            <a:r>
              <a:rPr lang="en-GB"/>
              <a:t> or other </a:t>
            </a:r>
            <a:r>
              <a:rPr lang="en-GB"/>
              <a:t>personal attacks.</a:t>
            </a:r>
            <a:endParaRPr/>
          </a:p>
          <a:p>
            <a:pPr indent="0" lvl="0" marL="0" rtl="0" algn="l">
              <a:spcBef>
                <a:spcPts val="1000"/>
              </a:spcBef>
              <a:spcAft>
                <a:spcPts val="1000"/>
              </a:spcAft>
              <a:buNone/>
            </a:pPr>
            <a:r>
              <a:rPr lang="en-GB"/>
              <a:t>If the platform can not derive the required security level a user can provide this information.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9"/>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Dependencies</a:t>
            </a:r>
            <a:endParaRPr/>
          </a:p>
        </p:txBody>
      </p:sp>
      <p:sp>
        <p:nvSpPr>
          <p:cNvPr id="176" name="Google Shape;176;p29"/>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A resource may have one or more optional dependencies. For example, a software application can opt into feature flagging services or a database.</a:t>
            </a:r>
            <a:endParaRPr/>
          </a:p>
          <a:p>
            <a:pPr indent="0" lvl="0" marL="0" rtl="0" algn="l">
              <a:spcBef>
                <a:spcPts val="1000"/>
              </a:spcBef>
              <a:spcAft>
                <a:spcPts val="1000"/>
              </a:spcAft>
              <a:buNone/>
            </a:pPr>
            <a:r>
              <a:rPr lang="en-GB"/>
              <a:t>Users can </a:t>
            </a:r>
            <a:r>
              <a:rPr lang="en-GB"/>
              <a:t>provide a list of dependencies that the platform can access existing dependencies of create and then manage new instances in relation to the requested resource.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0"/>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Upgrade rules</a:t>
            </a:r>
            <a:endParaRPr/>
          </a:p>
        </p:txBody>
      </p:sp>
      <p:sp>
        <p:nvSpPr>
          <p:cNvPr id="182" name="Google Shape;182;p30"/>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The power of a platform is that it can manage upgrades as an entire fleet. But just because the whole platform can be updated at the same time doesn't mean it should be.</a:t>
            </a:r>
            <a:endParaRPr/>
          </a:p>
          <a:p>
            <a:pPr indent="0" lvl="0" marL="0" rtl="0" algn="l">
              <a:spcBef>
                <a:spcPts val="1000"/>
              </a:spcBef>
              <a:spcAft>
                <a:spcPts val="1000"/>
              </a:spcAft>
              <a:buNone/>
            </a:pPr>
            <a:r>
              <a:rPr lang="en-GB"/>
              <a:t>Some users may want to opt into a slower or later stage upgrade schedule while others may want the cutting edge releases.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1"/>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Repository</a:t>
            </a:r>
            <a:endParaRPr/>
          </a:p>
        </p:txBody>
      </p:sp>
      <p:sp>
        <p:nvSpPr>
          <p:cNvPr id="188" name="Google Shape;188;p31"/>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1000"/>
              </a:spcAft>
              <a:buNone/>
            </a:pPr>
            <a:r>
              <a:rPr lang="en-GB">
                <a:solidFill>
                  <a:schemeClr val="dk1"/>
                </a:solidFill>
              </a:rPr>
              <a:t>If a user is asking the platform to deploy software, it likely needs to provide the software to deploy. One option is to provide a repository where the software lives and allow the platform to derive the deployment from there.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2"/>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Ownership</a:t>
            </a:r>
            <a:endParaRPr/>
          </a:p>
        </p:txBody>
      </p:sp>
      <p:sp>
        <p:nvSpPr>
          <p:cNvPr id="194" name="Google Shape;194;p32"/>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Ownership can be used for a lot of </a:t>
            </a:r>
            <a:r>
              <a:rPr lang="en-GB"/>
              <a:t>different</a:t>
            </a:r>
            <a:r>
              <a:rPr lang="en-GB"/>
              <a:t> things including tagging and access permissions.</a:t>
            </a:r>
            <a:endParaRPr/>
          </a:p>
          <a:p>
            <a:pPr indent="0" lvl="0" marL="0" rtl="0" algn="l">
              <a:spcBef>
                <a:spcPts val="1000"/>
              </a:spcBef>
              <a:spcAft>
                <a:spcPts val="1000"/>
              </a:spcAft>
              <a:buNone/>
            </a:pPr>
            <a:r>
              <a:rPr lang="en-GB"/>
              <a:t>In the event that the platform can not determine </a:t>
            </a:r>
            <a:r>
              <a:rPr lang="en-GB"/>
              <a:t>ownership from the requesting user, it may need to be explicitly told in order to adhere to business processes.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3"/>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Version</a:t>
            </a:r>
            <a:endParaRPr/>
          </a:p>
        </p:txBody>
      </p:sp>
      <p:sp>
        <p:nvSpPr>
          <p:cNvPr id="200" name="Google Shape;200;p33"/>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Ownership over the version of a resource implicitly </a:t>
            </a:r>
            <a:r>
              <a:rPr lang="en-GB"/>
              <a:t>determines</a:t>
            </a:r>
            <a:r>
              <a:rPr lang="en-GB"/>
              <a:t> ownership of upgrades and maintenance.</a:t>
            </a:r>
            <a:endParaRPr/>
          </a:p>
          <a:p>
            <a:pPr indent="0" lvl="0" marL="0" rtl="0" algn="l">
              <a:spcBef>
                <a:spcPts val="1000"/>
              </a:spcBef>
              <a:spcAft>
                <a:spcPts val="1000"/>
              </a:spcAft>
              <a:buNone/>
            </a:pPr>
            <a:r>
              <a:rPr lang="en-GB"/>
              <a:t>For example, if a platform exposes version as an input, the users are then required to engage with any upgrades of the resource. But if the platform only exposes the major version it would implicitly be owning the management of both minor and patch version updates.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4"/>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Configuration</a:t>
            </a:r>
            <a:endParaRPr/>
          </a:p>
        </p:txBody>
      </p:sp>
      <p:sp>
        <p:nvSpPr>
          <p:cNvPr id="206" name="Google Shape;206;p34"/>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Configuration is a generic reference to any fields which alter the behaviour of a resource within the defined boundaries.</a:t>
            </a:r>
            <a:endParaRPr/>
          </a:p>
          <a:p>
            <a:pPr indent="0" lvl="0" marL="0" rtl="0" algn="l">
              <a:spcBef>
                <a:spcPts val="1000"/>
              </a:spcBef>
              <a:spcAft>
                <a:spcPts val="1000"/>
              </a:spcAft>
              <a:buNone/>
            </a:pPr>
            <a:r>
              <a:rPr lang="en-GB"/>
              <a:t>If you choose to use this input, think about adding notes about what specific configuration you would expose.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5"/>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Environment</a:t>
            </a:r>
            <a:endParaRPr/>
          </a:p>
        </p:txBody>
      </p:sp>
      <p:sp>
        <p:nvSpPr>
          <p:cNvPr id="212" name="Google Shape;212;p35"/>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solidFill>
                  <a:srgbClr val="000000"/>
                </a:solidFill>
              </a:rPr>
              <a:t>It is </a:t>
            </a:r>
            <a:r>
              <a:rPr lang="en-GB">
                <a:solidFill>
                  <a:srgbClr val="000000"/>
                </a:solidFill>
              </a:rPr>
              <a:t>common to have a number of distinct setups or configurations where software is built, tested, and deployed.</a:t>
            </a:r>
            <a:endParaRPr>
              <a:solidFill>
                <a:srgbClr val="000000"/>
              </a:solidFill>
            </a:endParaRPr>
          </a:p>
          <a:p>
            <a:pPr indent="0" lvl="0" marL="0" rtl="0" algn="l">
              <a:spcBef>
                <a:spcPts val="1000"/>
              </a:spcBef>
              <a:spcAft>
                <a:spcPts val="1000"/>
              </a:spcAft>
              <a:buNone/>
            </a:pPr>
            <a:r>
              <a:rPr lang="en-GB">
                <a:solidFill>
                  <a:srgbClr val="000000"/>
                </a:solidFill>
              </a:rPr>
              <a:t>While environments can require the same infrastructure and tooling building blocks, they often implement them in different ways. Provided this input, the platform can determine these configurations for the user.</a:t>
            </a:r>
            <a:endParaRPr>
              <a:solidFill>
                <a:srgbClr val="00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216" name="Shape 216"/>
        <p:cNvGrpSpPr/>
        <p:nvPr/>
      </p:nvGrpSpPr>
      <p:grpSpPr>
        <a:xfrm>
          <a:off x="0" y="0"/>
          <a:ext cx="0" cy="0"/>
          <a:chOff x="0" y="0"/>
          <a:chExt cx="0" cy="0"/>
        </a:xfrm>
      </p:grpSpPr>
      <p:sp>
        <p:nvSpPr>
          <p:cNvPr id="217" name="Google Shape;217;p36"/>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solidFill>
                  <a:schemeClr val="lt1"/>
                </a:solidFill>
              </a:rPr>
              <a:t>Outputs explained</a:t>
            </a:r>
            <a:endParaRPr>
              <a:solidFill>
                <a:schemeClr val="lt1"/>
              </a:solidFill>
            </a:endParaRPr>
          </a:p>
        </p:txBody>
      </p:sp>
      <p:sp>
        <p:nvSpPr>
          <p:cNvPr id="218" name="Google Shape;218;p36"/>
          <p:cNvSpPr txBox="1"/>
          <p:nvPr>
            <p:ph idx="1" type="subTitle"/>
          </p:nvPr>
        </p:nvSpPr>
        <p:spPr>
          <a:xfrm>
            <a:off x="153881" y="782362"/>
            <a:ext cx="3077700" cy="1564800"/>
          </a:xfrm>
          <a:prstGeom prst="rect">
            <a:avLst/>
          </a:prstGeom>
          <a:noFill/>
          <a:ln>
            <a:noFill/>
          </a:ln>
        </p:spPr>
        <p:txBody>
          <a:bodyPr anchorCtr="0" anchor="ctr" bIns="94800" lIns="94800" spcFirstLastPara="1" rIns="94800" wrap="square" tIns="94800">
            <a:noAutofit/>
          </a:bodyPr>
          <a:lstStyle/>
          <a:p>
            <a:pPr indent="0" lvl="0" marL="0" rtl="0" algn="l">
              <a:spcBef>
                <a:spcPts val="0"/>
              </a:spcBef>
              <a:spcAft>
                <a:spcPts val="0"/>
              </a:spcAft>
              <a:buClr>
                <a:schemeClr val="dk1"/>
              </a:buClr>
              <a:buSzPts val="1100"/>
              <a:buFont typeface="Arial"/>
              <a:buNone/>
            </a:pPr>
            <a:r>
              <a:rPr b="1" lang="en-GB" sz="1000">
                <a:solidFill>
                  <a:schemeClr val="lt1"/>
                </a:solidFill>
              </a:rPr>
              <a:t>Outputs are the information that the platform reports back to users both on creation and over time.</a:t>
            </a:r>
            <a:endParaRPr b="1" sz="1000">
              <a:solidFill>
                <a:schemeClr val="lt1"/>
              </a:solidFill>
            </a:endParaRPr>
          </a:p>
          <a:p>
            <a:pPr indent="0" lvl="0" marL="0" rtl="0" algn="l">
              <a:spcBef>
                <a:spcPts val="1000"/>
              </a:spcBef>
              <a:spcAft>
                <a:spcPts val="0"/>
              </a:spcAft>
              <a:buClr>
                <a:schemeClr val="dk1"/>
              </a:buClr>
              <a:buSzPts val="1100"/>
              <a:buFont typeface="Arial"/>
              <a:buNone/>
            </a:pPr>
            <a:r>
              <a:rPr lang="en-GB" sz="1000">
                <a:solidFill>
                  <a:schemeClr val="lt1"/>
                </a:solidFill>
              </a:rPr>
              <a:t>It is common to include some data that is designed for humans to read and other data that is designed for machines to parse.</a:t>
            </a:r>
            <a:endParaRPr sz="1000">
              <a:solidFill>
                <a:schemeClr val="lt1"/>
              </a:solidFill>
            </a:endParaRPr>
          </a:p>
          <a:p>
            <a:pPr indent="0" lvl="0" marL="0" rtl="0" algn="l">
              <a:spcBef>
                <a:spcPts val="1000"/>
              </a:spcBef>
              <a:spcAft>
                <a:spcPts val="1000"/>
              </a:spcAft>
              <a:buNone/>
            </a:pPr>
            <a:r>
              <a:rPr lang="en-GB" sz="1000">
                <a:solidFill>
                  <a:schemeClr val="lt1"/>
                </a:solidFill>
              </a:rPr>
              <a:t>These outputs should be sufficient for </a:t>
            </a:r>
            <a:r>
              <a:rPr lang="en-GB" sz="1000">
                <a:solidFill>
                  <a:schemeClr val="lt1"/>
                </a:solidFill>
              </a:rPr>
              <a:t>users</a:t>
            </a:r>
            <a:r>
              <a:rPr lang="en-GB" sz="1000">
                <a:solidFill>
                  <a:schemeClr val="lt1"/>
                </a:solidFill>
              </a:rPr>
              <a:t> to both use and debug the resources.</a:t>
            </a:r>
            <a:endParaRPr sz="1000">
              <a:solidFill>
                <a:schemeClr val="lt1"/>
              </a:solidFill>
            </a:endParaRPr>
          </a:p>
        </p:txBody>
      </p:sp>
      <p:cxnSp>
        <p:nvCxnSpPr>
          <p:cNvPr id="219" name="Google Shape;219;p36"/>
          <p:cNvCxnSpPr/>
          <p:nvPr/>
        </p:nvCxnSpPr>
        <p:spPr>
          <a:xfrm>
            <a:off x="-1925" y="469150"/>
            <a:ext cx="34266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7"/>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Secrets</a:t>
            </a:r>
            <a:endParaRPr/>
          </a:p>
        </p:txBody>
      </p:sp>
      <p:sp>
        <p:nvSpPr>
          <p:cNvPr id="225" name="Google Shape;225;p37"/>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When a resource requires a secret for access (e.g.</a:t>
            </a:r>
            <a:r>
              <a:rPr lang="en-GB">
                <a:solidFill>
                  <a:schemeClr val="dk1"/>
                </a:solidFill>
              </a:rPr>
              <a:t> a password or a database connection string)</a:t>
            </a:r>
            <a:r>
              <a:rPr lang="en-GB"/>
              <a:t>, the users </a:t>
            </a:r>
            <a:r>
              <a:rPr lang="en-GB"/>
              <a:t>will need to know what that secret is.</a:t>
            </a:r>
            <a:endParaRPr/>
          </a:p>
          <a:p>
            <a:pPr indent="0" lvl="0" marL="0" rtl="0" algn="l">
              <a:spcBef>
                <a:spcPts val="1000"/>
              </a:spcBef>
              <a:spcAft>
                <a:spcPts val="1000"/>
              </a:spcAft>
              <a:buNone/>
            </a:pPr>
            <a:r>
              <a:rPr lang="en-GB"/>
              <a:t>API responses are not secured transit, however you can return back a location where the secret is available. E.g. a HashiCorp Vault or cloud secret manager URL.</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8"/>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Observability details</a:t>
            </a:r>
            <a:endParaRPr/>
          </a:p>
        </p:txBody>
      </p:sp>
      <p:sp>
        <p:nvSpPr>
          <p:cNvPr id="231" name="Google Shape;231;p38"/>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Platforms create a shared responsibility between the users and the platform providers. Users must track their resources and make sure they have requested the right configuration (e.g. size or security level).</a:t>
            </a:r>
            <a:endParaRPr/>
          </a:p>
          <a:p>
            <a:pPr indent="0" lvl="0" marL="0" rtl="0" algn="l">
              <a:spcBef>
                <a:spcPts val="1000"/>
              </a:spcBef>
              <a:spcAft>
                <a:spcPts val="1000"/>
              </a:spcAft>
              <a:buNone/>
            </a:pPr>
            <a:r>
              <a:rPr lang="en-GB"/>
              <a:t>To manage these requirements, the platform may provide necessary observability data and tooling access.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9"/>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Access information</a:t>
            </a:r>
            <a:endParaRPr/>
          </a:p>
        </p:txBody>
      </p:sp>
      <p:sp>
        <p:nvSpPr>
          <p:cNvPr id="237" name="Google Shape;237;p39"/>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Resources are often physically depended on by a user or other system and outputs can </a:t>
            </a:r>
            <a:r>
              <a:rPr lang="en-GB"/>
              <a:t>provide</a:t>
            </a:r>
            <a:r>
              <a:rPr lang="en-GB"/>
              <a:t> the details for downstream dependencies.</a:t>
            </a:r>
            <a:endParaRPr/>
          </a:p>
          <a:p>
            <a:pPr indent="0" lvl="0" marL="0" rtl="0" algn="l">
              <a:spcBef>
                <a:spcPts val="1000"/>
              </a:spcBef>
              <a:spcAft>
                <a:spcPts val="1000"/>
              </a:spcAft>
              <a:buNone/>
            </a:pPr>
            <a:r>
              <a:rPr lang="en-GB"/>
              <a:t>Users may need to know a URL or endpoint to run manual tests. Or another resource may need to know an IP address or other identifying information to connect and create a higher level system before it is useful to the user.</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0"/>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Health and status</a:t>
            </a:r>
            <a:endParaRPr/>
          </a:p>
        </p:txBody>
      </p:sp>
      <p:sp>
        <p:nvSpPr>
          <p:cNvPr id="243" name="Google Shape;243;p40"/>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"Are we there yet?" isn't just a question for long drives. One of the most common questions of a platform is if a resource is available to be used for the first time and over its lifespan.</a:t>
            </a:r>
            <a:endParaRPr/>
          </a:p>
          <a:p>
            <a:pPr indent="0" lvl="0" marL="0" rtl="0" algn="l">
              <a:spcBef>
                <a:spcPts val="1000"/>
              </a:spcBef>
              <a:spcAft>
                <a:spcPts val="1000"/>
              </a:spcAft>
              <a:buClr>
                <a:schemeClr val="dk1"/>
              </a:buClr>
              <a:buSzPts val="1100"/>
              <a:buFont typeface="Arial"/>
              <a:buNone/>
            </a:pPr>
            <a:r>
              <a:rPr lang="en-GB">
                <a:solidFill>
                  <a:schemeClr val="dk1"/>
                </a:solidFill>
              </a:rPr>
              <a:t>Health updates can </a:t>
            </a:r>
            <a:r>
              <a:rPr lang="en-GB">
                <a:solidFill>
                  <a:schemeClr val="dk1"/>
                </a:solidFill>
              </a:rPr>
              <a:t>alert users to over or under-provisioning, security alerts, and other available operational improvements including debugging support when an issue occurs.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1"/>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Deprecations</a:t>
            </a:r>
            <a:endParaRPr/>
          </a:p>
        </p:txBody>
      </p:sp>
      <p:sp>
        <p:nvSpPr>
          <p:cNvPr id="249" name="Google Shape;249;p41"/>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solidFill>
                  <a:srgbClr val="000000"/>
                </a:solidFill>
              </a:rPr>
              <a:t>Services need support over time. </a:t>
            </a:r>
            <a:r>
              <a:rPr lang="en-GB">
                <a:solidFill>
                  <a:srgbClr val="000000"/>
                </a:solidFill>
              </a:rPr>
              <a:t>Sometimes updates require user action, other times they can be done completely by the platform but a user may want to be informed.</a:t>
            </a:r>
            <a:endParaRPr>
              <a:solidFill>
                <a:srgbClr val="000000"/>
              </a:solidFill>
            </a:endParaRPr>
          </a:p>
          <a:p>
            <a:pPr indent="0" lvl="0" marL="0" rtl="0" algn="l">
              <a:spcBef>
                <a:spcPts val="1000"/>
              </a:spcBef>
              <a:spcAft>
                <a:spcPts val="1000"/>
              </a:spcAft>
              <a:buNone/>
            </a:pPr>
            <a:r>
              <a:rPr lang="en-GB">
                <a:solidFill>
                  <a:srgbClr val="000000"/>
                </a:solidFill>
              </a:rPr>
              <a:t>Outputs can alert users to known deprecated versions and be clear about when and how an upgrade will occur.</a:t>
            </a:r>
            <a:endParaRPr>
              <a:solidFill>
                <a:srgbClr val="00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253" name="Shape 253"/>
        <p:cNvGrpSpPr/>
        <p:nvPr/>
      </p:nvGrpSpPr>
      <p:grpSpPr>
        <a:xfrm>
          <a:off x="0" y="0"/>
          <a:ext cx="0" cy="0"/>
          <a:chOff x="0" y="0"/>
          <a:chExt cx="0" cy="0"/>
        </a:xfrm>
      </p:grpSpPr>
      <p:sp>
        <p:nvSpPr>
          <p:cNvPr id="254" name="Google Shape;254;p42"/>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solidFill>
                  <a:schemeClr val="lt1"/>
                </a:solidFill>
              </a:rPr>
              <a:t>Process rules explained</a:t>
            </a:r>
            <a:endParaRPr>
              <a:solidFill>
                <a:schemeClr val="lt1"/>
              </a:solidFill>
            </a:endParaRPr>
          </a:p>
        </p:txBody>
      </p:sp>
      <p:sp>
        <p:nvSpPr>
          <p:cNvPr id="255" name="Google Shape;255;p42"/>
          <p:cNvSpPr txBox="1"/>
          <p:nvPr>
            <p:ph idx="1" type="subTitle"/>
          </p:nvPr>
        </p:nvSpPr>
        <p:spPr>
          <a:xfrm>
            <a:off x="153881" y="782362"/>
            <a:ext cx="3077700" cy="1564800"/>
          </a:xfrm>
          <a:prstGeom prst="rect">
            <a:avLst/>
          </a:prstGeom>
          <a:noFill/>
          <a:ln>
            <a:noFill/>
          </a:ln>
        </p:spPr>
        <p:txBody>
          <a:bodyPr anchorCtr="0" anchor="ctr" bIns="94800" lIns="94800" spcFirstLastPara="1" rIns="94800" wrap="square" tIns="94800">
            <a:noAutofit/>
          </a:bodyPr>
          <a:lstStyle/>
          <a:p>
            <a:pPr indent="0" lvl="0" marL="0" rtl="0" algn="l">
              <a:spcBef>
                <a:spcPts val="0"/>
              </a:spcBef>
              <a:spcAft>
                <a:spcPts val="0"/>
              </a:spcAft>
              <a:buNone/>
            </a:pPr>
            <a:r>
              <a:rPr b="1" lang="en-GB" sz="1000">
                <a:solidFill>
                  <a:schemeClr val="lt1"/>
                </a:solidFill>
              </a:rPr>
              <a:t>Process rules are business tasks executed alongside resource provisioning.</a:t>
            </a:r>
            <a:endParaRPr b="1" sz="1000">
              <a:solidFill>
                <a:schemeClr val="lt1"/>
              </a:solidFill>
            </a:endParaRPr>
          </a:p>
          <a:p>
            <a:pPr indent="0" lvl="0" marL="0" rtl="0" algn="l">
              <a:spcBef>
                <a:spcPts val="1000"/>
              </a:spcBef>
              <a:spcAft>
                <a:spcPts val="0"/>
              </a:spcAft>
              <a:buNone/>
            </a:pPr>
            <a:r>
              <a:rPr lang="en-GB" sz="1000">
                <a:solidFill>
                  <a:schemeClr val="lt1"/>
                </a:solidFill>
              </a:rPr>
              <a:t>Processes rules can be thought of as part of a todo list if </a:t>
            </a:r>
            <a:r>
              <a:rPr lang="en-GB" sz="1000">
                <a:solidFill>
                  <a:schemeClr val="lt1"/>
                </a:solidFill>
              </a:rPr>
              <a:t>someone</a:t>
            </a:r>
            <a:r>
              <a:rPr lang="en-GB" sz="1000">
                <a:solidFill>
                  <a:schemeClr val="lt1"/>
                </a:solidFill>
              </a:rPr>
              <a:t> had to respond manually to a request via a request ticket or could be codified in a delivery pipeline.</a:t>
            </a:r>
            <a:endParaRPr sz="1000">
              <a:solidFill>
                <a:schemeClr val="lt1"/>
              </a:solidFill>
            </a:endParaRPr>
          </a:p>
          <a:p>
            <a:pPr indent="0" lvl="0" marL="0" rtl="0" algn="l">
              <a:spcBef>
                <a:spcPts val="1000"/>
              </a:spcBef>
              <a:spcAft>
                <a:spcPts val="1000"/>
              </a:spcAft>
              <a:buNone/>
            </a:pPr>
            <a:r>
              <a:rPr lang="en-GB" sz="1000">
                <a:solidFill>
                  <a:schemeClr val="lt1"/>
                </a:solidFill>
              </a:rPr>
              <a:t>These can be used in either the dependency setup or per resource configuration (or both!).</a:t>
            </a:r>
            <a:endParaRPr sz="1000">
              <a:solidFill>
                <a:schemeClr val="lt1"/>
              </a:solidFill>
            </a:endParaRPr>
          </a:p>
        </p:txBody>
      </p:sp>
      <p:cxnSp>
        <p:nvCxnSpPr>
          <p:cNvPr id="256" name="Google Shape;256;p42"/>
          <p:cNvCxnSpPr/>
          <p:nvPr/>
        </p:nvCxnSpPr>
        <p:spPr>
          <a:xfrm>
            <a:off x="-1925" y="469150"/>
            <a:ext cx="34266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Security scan</a:t>
            </a:r>
            <a:endParaRPr/>
          </a:p>
        </p:txBody>
      </p:sp>
      <p:sp>
        <p:nvSpPr>
          <p:cNvPr id="262" name="Google Shape;262;p43"/>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Resources often need static scanning before deployment and regular dynamic scanning during use.</a:t>
            </a:r>
            <a:endParaRPr/>
          </a:p>
          <a:p>
            <a:pPr indent="0" lvl="0" marL="0" rtl="0" algn="l">
              <a:spcBef>
                <a:spcPts val="1000"/>
              </a:spcBef>
              <a:spcAft>
                <a:spcPts val="0"/>
              </a:spcAft>
              <a:buNone/>
            </a:pPr>
            <a:r>
              <a:rPr lang="en-GB"/>
              <a:t>This scan can be used for either, or both, of these scans as it can be run on lifecycle events as well as on a </a:t>
            </a:r>
            <a:r>
              <a:rPr lang="en-GB"/>
              <a:t>regular schedule</a:t>
            </a:r>
            <a:r>
              <a:rPr lang="en-GB"/>
              <a:t>.</a:t>
            </a:r>
            <a:endParaRPr/>
          </a:p>
          <a:p>
            <a:pPr indent="0" lvl="0" marL="0" rtl="0" algn="l">
              <a:spcBef>
                <a:spcPts val="1000"/>
              </a:spcBef>
              <a:spcAft>
                <a:spcPts val="1000"/>
              </a:spcAft>
              <a:buNone/>
            </a:pPr>
            <a:r>
              <a:rPr lang="en-GB"/>
              <a:t>The platform can also execute different actions based on the results of a scan.</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4"/>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Status check</a:t>
            </a:r>
            <a:endParaRPr/>
          </a:p>
        </p:txBody>
      </p:sp>
      <p:sp>
        <p:nvSpPr>
          <p:cNvPr id="268" name="Google Shape;268;p44"/>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Sometimes in the process of a resource creation, update, or delete the platform may need to know the status of either that resource or others.</a:t>
            </a:r>
            <a:endParaRPr/>
          </a:p>
          <a:p>
            <a:pPr indent="0" lvl="0" marL="0" rtl="0" algn="l">
              <a:spcBef>
                <a:spcPts val="1000"/>
              </a:spcBef>
              <a:spcAft>
                <a:spcPts val="1000"/>
              </a:spcAft>
              <a:buNone/>
            </a:pPr>
            <a:r>
              <a:rPr lang="en-GB"/>
              <a:t>For example, the </a:t>
            </a:r>
            <a:r>
              <a:rPr lang="en-GB"/>
              <a:t>platform</a:t>
            </a:r>
            <a:r>
              <a:rPr lang="en-GB"/>
              <a:t> may have a rule to not do deployments during an open priority zero incident, or to only run one upgrade at a time.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5"/>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Fetch available options</a:t>
            </a:r>
            <a:endParaRPr/>
          </a:p>
        </p:txBody>
      </p:sp>
      <p:sp>
        <p:nvSpPr>
          <p:cNvPr id="274" name="Google Shape;274;p45"/>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Options may be dynamic and need to be validated on </a:t>
            </a:r>
            <a:r>
              <a:rPr lang="en-GB"/>
              <a:t>provisioning</a:t>
            </a:r>
            <a:r>
              <a:rPr lang="en-GB"/>
              <a:t>.</a:t>
            </a:r>
            <a:endParaRPr/>
          </a:p>
          <a:p>
            <a:pPr indent="0" lvl="0" marL="0" rtl="0" algn="l">
              <a:spcBef>
                <a:spcPts val="1000"/>
              </a:spcBef>
              <a:spcAft>
                <a:spcPts val="1000"/>
              </a:spcAft>
              <a:buNone/>
            </a:pPr>
            <a:r>
              <a:rPr lang="en-GB"/>
              <a:t>For example, a platform load balances ephemeral test environments and the platform can fetch current test environment state to determine where the new application should be deployed. Or a platform may need to use an external LDAP service to manage authorisation.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6"/>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Notification</a:t>
            </a:r>
            <a:endParaRPr/>
          </a:p>
        </p:txBody>
      </p:sp>
      <p:sp>
        <p:nvSpPr>
          <p:cNvPr id="280" name="Google Shape;280;p46"/>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Chatbot, SMS, email or other notifications can be sent to both the user who requested a resource as well as other </a:t>
            </a:r>
            <a:r>
              <a:rPr lang="en-GB"/>
              <a:t>interested</a:t>
            </a:r>
            <a:r>
              <a:rPr lang="en-GB"/>
              <a:t> parties. </a:t>
            </a:r>
            <a:endParaRPr/>
          </a:p>
          <a:p>
            <a:pPr indent="0" lvl="0" marL="0" rtl="0" algn="l">
              <a:spcBef>
                <a:spcPts val="1000"/>
              </a:spcBef>
              <a:spcAft>
                <a:spcPts val="1000"/>
              </a:spcAft>
              <a:buNone/>
            </a:pPr>
            <a:r>
              <a:rPr lang="en-GB"/>
              <a:t>Notifications can be used to inform and </a:t>
            </a:r>
            <a:r>
              <a:rPr lang="en-GB"/>
              <a:t>alert users. If the resource requires auditing, look to use the </a:t>
            </a:r>
            <a:r>
              <a:rPr i="1" lang="en-GB"/>
              <a:t>reporting</a:t>
            </a:r>
            <a:r>
              <a:rPr lang="en-GB"/>
              <a:t> process action.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7"/>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Budget check</a:t>
            </a:r>
            <a:endParaRPr/>
          </a:p>
        </p:txBody>
      </p:sp>
      <p:sp>
        <p:nvSpPr>
          <p:cNvPr id="286" name="Google Shape;286;p47"/>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1000"/>
              </a:spcAft>
              <a:buNone/>
            </a:pPr>
            <a:r>
              <a:rPr lang="en-GB"/>
              <a:t>Organisations may exercise FinOps where they track user, team, or organisational costs over time. The platform can check for compliance with FinOps requirements and choose to either allow, disallow, or alert for approval on resources based on their compliance.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8"/>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Status update</a:t>
            </a:r>
            <a:endParaRPr/>
          </a:p>
        </p:txBody>
      </p:sp>
      <p:sp>
        <p:nvSpPr>
          <p:cNvPr id="292" name="Google Shape;292;p48"/>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It is common to update status at the end of provisioning, but sometimes the platform may want to also update status throughout the process to indicate progress.</a:t>
            </a:r>
            <a:endParaRPr/>
          </a:p>
          <a:p>
            <a:pPr indent="0" lvl="0" marL="0" rtl="0" algn="l">
              <a:spcBef>
                <a:spcPts val="1000"/>
              </a:spcBef>
              <a:spcAft>
                <a:spcPts val="1000"/>
              </a:spcAft>
              <a:buNone/>
            </a:pPr>
            <a:r>
              <a:rPr lang="en-GB"/>
              <a:t>Status can be informational or indicate required action.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9"/>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Manual approval</a:t>
            </a:r>
            <a:endParaRPr/>
          </a:p>
        </p:txBody>
      </p:sp>
      <p:sp>
        <p:nvSpPr>
          <p:cNvPr id="298" name="Google Shape;298;p49"/>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While we may all aspire to complete automation, there are many compliance and historic reasons why manual approval is, and should, still be applied.</a:t>
            </a:r>
            <a:endParaRPr/>
          </a:p>
          <a:p>
            <a:pPr indent="0" lvl="0" marL="0" rtl="0" algn="l">
              <a:spcBef>
                <a:spcPts val="1000"/>
              </a:spcBef>
              <a:spcAft>
                <a:spcPts val="1000"/>
              </a:spcAft>
              <a:buNone/>
            </a:pPr>
            <a:r>
              <a:rPr lang="en-GB"/>
              <a:t>This process can pause and wait until an authorised person approves the request.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50"/>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Resource tagging</a:t>
            </a:r>
            <a:endParaRPr/>
          </a:p>
        </p:txBody>
      </p:sp>
      <p:sp>
        <p:nvSpPr>
          <p:cNvPr id="304" name="Google Shape;304;p50"/>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Tags or labels on resources help to identify their ownership and more.</a:t>
            </a:r>
            <a:endParaRPr/>
          </a:p>
          <a:p>
            <a:pPr indent="0" lvl="0" marL="0" rtl="0" algn="l">
              <a:spcBef>
                <a:spcPts val="1000"/>
              </a:spcBef>
              <a:spcAft>
                <a:spcPts val="1000"/>
              </a:spcAft>
              <a:buNone/>
            </a:pPr>
            <a:r>
              <a:rPr lang="en-GB"/>
              <a:t>These labels not only help operations in supporting the resources, but also finance, security, and other departments when running audits on the organisation wide resources.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1"/>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Scheduling rules</a:t>
            </a:r>
            <a:endParaRPr/>
          </a:p>
        </p:txBody>
      </p:sp>
      <p:sp>
        <p:nvSpPr>
          <p:cNvPr id="310" name="Google Shape;310;p51"/>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When using declarative provisioning, the resources need to be scheduled to the right Destinations.</a:t>
            </a:r>
            <a:endParaRPr/>
          </a:p>
          <a:p>
            <a:pPr indent="0" lvl="0" marL="0" rtl="0" algn="l">
              <a:spcBef>
                <a:spcPts val="1000"/>
              </a:spcBef>
              <a:spcAft>
                <a:spcPts val="1000"/>
              </a:spcAft>
              <a:buNone/>
            </a:pPr>
            <a:r>
              <a:rPr lang="en-GB"/>
              <a:t>By default, a resource will be scheduled to one of the </a:t>
            </a:r>
            <a:r>
              <a:rPr lang="en-GB"/>
              <a:t>available</a:t>
            </a:r>
            <a:r>
              <a:rPr lang="en-GB"/>
              <a:t> Destinations, but in some cases the platform will apply more specific rules to control the specific Destination it is scheduled to.</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2"/>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Deprecation management</a:t>
            </a:r>
            <a:endParaRPr/>
          </a:p>
        </p:txBody>
      </p:sp>
      <p:sp>
        <p:nvSpPr>
          <p:cNvPr id="316" name="Google Shape;316;p52"/>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solidFill>
                  <a:srgbClr val="000000"/>
                </a:solidFill>
              </a:rPr>
              <a:t>Platforms need to manage the identification of out of date dependencies and then follow a process to determine urgency, </a:t>
            </a:r>
            <a:r>
              <a:rPr lang="en-GB">
                <a:solidFill>
                  <a:srgbClr val="000000"/>
                </a:solidFill>
              </a:rPr>
              <a:t>notify</a:t>
            </a:r>
            <a:r>
              <a:rPr lang="en-GB">
                <a:solidFill>
                  <a:srgbClr val="000000"/>
                </a:solidFill>
              </a:rPr>
              <a:t> affected parties, and manage a safe upgrade.</a:t>
            </a:r>
            <a:endParaRPr>
              <a:solidFill>
                <a:srgbClr val="000000"/>
              </a:solidFill>
            </a:endParaRPr>
          </a:p>
          <a:p>
            <a:pPr indent="0" lvl="0" marL="0" rtl="0" algn="l">
              <a:spcBef>
                <a:spcPts val="1000"/>
              </a:spcBef>
              <a:spcAft>
                <a:spcPts val="1000"/>
              </a:spcAft>
              <a:buNone/>
            </a:pPr>
            <a:r>
              <a:rPr lang="en-GB">
                <a:solidFill>
                  <a:srgbClr val="000000"/>
                </a:solidFill>
              </a:rPr>
              <a:t>The platform will need to adhere to compliance requirements for all new and existing resources on the platform.</a:t>
            </a:r>
            <a:endParaRPr>
              <a:solidFill>
                <a:srgbClr val="000000"/>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3"/>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Reporting</a:t>
            </a:r>
            <a:endParaRPr/>
          </a:p>
        </p:txBody>
      </p:sp>
      <p:sp>
        <p:nvSpPr>
          <p:cNvPr id="322" name="Google Shape;322;p53"/>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If you need to track user requests due to compliance regulations or </a:t>
            </a:r>
            <a:r>
              <a:rPr lang="en-GB"/>
              <a:t>other</a:t>
            </a:r>
            <a:r>
              <a:rPr lang="en-GB"/>
              <a:t> requirements, you can choose to send audit events on requests and changes within the platform. In addition, the platform can self-report on a regular basis about the state of its resources.</a:t>
            </a:r>
            <a:endParaRPr/>
          </a:p>
          <a:p>
            <a:pPr indent="0" lvl="0" marL="0" rtl="0" algn="l">
              <a:spcBef>
                <a:spcPts val="1000"/>
              </a:spcBef>
              <a:spcAft>
                <a:spcPts val="1000"/>
              </a:spcAft>
              <a:buNone/>
            </a:pPr>
            <a:r>
              <a:rPr lang="en-GB"/>
              <a:t>If you are just looking for user awareness, check </a:t>
            </a:r>
            <a:r>
              <a:rPr i="1" lang="en-GB"/>
              <a:t>notifications</a:t>
            </a:r>
            <a:r>
              <a:rPr lang="en-GB"/>
              <a:t> for another option.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26" name="Shape 326"/>
        <p:cNvGrpSpPr/>
        <p:nvPr/>
      </p:nvGrpSpPr>
      <p:grpSpPr>
        <a:xfrm>
          <a:off x="0" y="0"/>
          <a:ext cx="0" cy="0"/>
          <a:chOff x="0" y="0"/>
          <a:chExt cx="0" cy="0"/>
        </a:xfrm>
      </p:grpSpPr>
      <p:sp>
        <p:nvSpPr>
          <p:cNvPr id="327" name="Google Shape;327;p54"/>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solidFill>
                  <a:schemeClr val="lt1"/>
                </a:solidFill>
              </a:rPr>
              <a:t>Provisioning actions explained</a:t>
            </a:r>
            <a:endParaRPr>
              <a:solidFill>
                <a:schemeClr val="lt1"/>
              </a:solidFill>
            </a:endParaRPr>
          </a:p>
        </p:txBody>
      </p:sp>
      <p:sp>
        <p:nvSpPr>
          <p:cNvPr id="328" name="Google Shape;328;p54"/>
          <p:cNvSpPr txBox="1"/>
          <p:nvPr>
            <p:ph idx="1" type="subTitle"/>
          </p:nvPr>
        </p:nvSpPr>
        <p:spPr>
          <a:xfrm>
            <a:off x="153881" y="782362"/>
            <a:ext cx="3077700" cy="1564800"/>
          </a:xfrm>
          <a:prstGeom prst="rect">
            <a:avLst/>
          </a:prstGeom>
          <a:noFill/>
          <a:ln>
            <a:noFill/>
          </a:ln>
        </p:spPr>
        <p:txBody>
          <a:bodyPr anchorCtr="0" anchor="ctr" bIns="94800" lIns="94800" spcFirstLastPara="1" rIns="94800" wrap="square" tIns="94800">
            <a:noAutofit/>
          </a:bodyPr>
          <a:lstStyle/>
          <a:p>
            <a:pPr indent="0" lvl="0" marL="0" rtl="0" algn="l">
              <a:spcBef>
                <a:spcPts val="0"/>
              </a:spcBef>
              <a:spcAft>
                <a:spcPts val="0"/>
              </a:spcAft>
              <a:buClr>
                <a:schemeClr val="dk1"/>
              </a:buClr>
              <a:buSzPts val="1100"/>
              <a:buFont typeface="Arial"/>
              <a:buNone/>
            </a:pPr>
            <a:r>
              <a:rPr b="1" lang="en-GB" sz="1000">
                <a:solidFill>
                  <a:schemeClr val="lt1"/>
                </a:solidFill>
              </a:rPr>
              <a:t>Provisioning actions produce a tangible, useable platform service.</a:t>
            </a:r>
            <a:endParaRPr b="1" sz="1000">
              <a:solidFill>
                <a:schemeClr val="lt1"/>
              </a:solidFill>
            </a:endParaRPr>
          </a:p>
          <a:p>
            <a:pPr indent="0" lvl="0" marL="0" rtl="0" algn="l">
              <a:spcBef>
                <a:spcPts val="1000"/>
              </a:spcBef>
              <a:spcAft>
                <a:spcPts val="0"/>
              </a:spcAft>
              <a:buNone/>
            </a:pPr>
            <a:r>
              <a:rPr lang="en-GB" sz="1000">
                <a:solidFill>
                  <a:schemeClr val="lt1"/>
                </a:solidFill>
              </a:rPr>
              <a:t>Provisioning can be imperative or declarative. Imperative executes step-by-step instructions. Declarative defines desired state. Destinations are required for declarative provisioning.</a:t>
            </a:r>
            <a:endParaRPr sz="1000">
              <a:solidFill>
                <a:schemeClr val="lt1"/>
              </a:solidFill>
            </a:endParaRPr>
          </a:p>
          <a:p>
            <a:pPr indent="0" lvl="0" marL="0" rtl="0" algn="l">
              <a:spcBef>
                <a:spcPts val="1000"/>
              </a:spcBef>
              <a:spcAft>
                <a:spcPts val="1000"/>
              </a:spcAft>
              <a:buClr>
                <a:schemeClr val="dk1"/>
              </a:buClr>
              <a:buSzPts val="1100"/>
              <a:buFont typeface="Arial"/>
              <a:buNone/>
            </a:pPr>
            <a:r>
              <a:rPr lang="en-GB" sz="1000">
                <a:solidFill>
                  <a:schemeClr val="lt1"/>
                </a:solidFill>
              </a:rPr>
              <a:t>These can be used in either the dependency setup or per resource configuration (or both!).</a:t>
            </a:r>
            <a:endParaRPr sz="1000">
              <a:solidFill>
                <a:schemeClr val="lt1"/>
              </a:solidFill>
            </a:endParaRPr>
          </a:p>
        </p:txBody>
      </p:sp>
      <p:cxnSp>
        <p:nvCxnSpPr>
          <p:cNvPr id="329" name="Google Shape;329;p54"/>
          <p:cNvCxnSpPr/>
          <p:nvPr/>
        </p:nvCxnSpPr>
        <p:spPr>
          <a:xfrm>
            <a:off x="-1925" y="469150"/>
            <a:ext cx="34266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5"/>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Infrastructure</a:t>
            </a:r>
            <a:endParaRPr/>
          </a:p>
        </p:txBody>
      </p:sp>
      <p:sp>
        <p:nvSpPr>
          <p:cNvPr id="335" name="Google Shape;335;p55"/>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Clr>
                <a:schemeClr val="dk1"/>
              </a:buClr>
              <a:buSzPts val="1100"/>
              <a:buFont typeface="Arial"/>
              <a:buNone/>
            </a:pPr>
            <a:r>
              <a:rPr lang="en-GB">
                <a:solidFill>
                  <a:schemeClr val="dk1"/>
                </a:solidFill>
              </a:rPr>
              <a:t>Infrastructure is the cloud or physical hardware that can run compute, data storage, networking, and other resources.</a:t>
            </a:r>
            <a:endParaRPr>
              <a:solidFill>
                <a:schemeClr val="dk1"/>
              </a:solidFill>
            </a:endParaRPr>
          </a:p>
          <a:p>
            <a:pPr indent="0" lvl="0" marL="0" rtl="0" algn="l">
              <a:spcBef>
                <a:spcPts val="1000"/>
              </a:spcBef>
              <a:spcAft>
                <a:spcPts val="1000"/>
              </a:spcAft>
              <a:buNone/>
            </a:pPr>
            <a:r>
              <a:rPr lang="en-GB">
                <a:solidFill>
                  <a:schemeClr val="dk1"/>
                </a:solidFill>
              </a:rPr>
              <a:t>Infrastructure can provided as a complete unit (think a whole apple pie), or as a part of a shared unit (think a slice of pie). In either case, you are allocating the defined infrastructure. Examples could be servers, databases, or Kubernetes Clusters.</a:t>
            </a:r>
            <a:endParaRPr>
              <a:solidFill>
                <a:schemeClr val="dk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6"/>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Software as a Service (SaaS)</a:t>
            </a:r>
            <a:endParaRPr/>
          </a:p>
        </p:txBody>
      </p:sp>
      <p:sp>
        <p:nvSpPr>
          <p:cNvPr id="341" name="Google Shape;341;p56"/>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1000"/>
              </a:spcAft>
              <a:buNone/>
            </a:pPr>
            <a:r>
              <a:rPr lang="en-GB"/>
              <a:t>Manage a SaaS product configuration. For example, adding user accounts, creating resources, or updating settings.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7"/>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Kubernetes cluster</a:t>
            </a:r>
            <a:endParaRPr/>
          </a:p>
        </p:txBody>
      </p:sp>
      <p:sp>
        <p:nvSpPr>
          <p:cNvPr id="347" name="Google Shape;347;p57"/>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1000"/>
              </a:spcAft>
              <a:buNone/>
            </a:pPr>
            <a:r>
              <a:rPr lang="en-GB">
                <a:solidFill>
                  <a:schemeClr val="dk1"/>
                </a:solidFill>
              </a:rPr>
              <a:t>Resources can be deployed to Kubernetes and may require creating the Kubernetes cluster to be used for additional provisioning.</a:t>
            </a:r>
            <a:endParaRPr>
              <a:solidFill>
                <a:schemeClr val="dk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8"/>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Credentials</a:t>
            </a:r>
            <a:endParaRPr/>
          </a:p>
        </p:txBody>
      </p:sp>
      <p:sp>
        <p:nvSpPr>
          <p:cNvPr id="353" name="Google Shape;353;p58"/>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Create or access credentials to be used to create and then access the requested resource.</a:t>
            </a:r>
            <a:endParaRPr/>
          </a:p>
          <a:p>
            <a:pPr indent="0" lvl="0" marL="0" rtl="0" algn="l">
              <a:spcBef>
                <a:spcPts val="1000"/>
              </a:spcBef>
              <a:spcAft>
                <a:spcPts val="1000"/>
              </a:spcAft>
              <a:buNone/>
            </a:pPr>
            <a:r>
              <a:rPr lang="en-GB"/>
              <a:t>Credentials can be </a:t>
            </a:r>
            <a:r>
              <a:rPr lang="en-GB">
                <a:solidFill>
                  <a:schemeClr val="dk1"/>
                </a:solidFill>
              </a:rPr>
              <a:t>used by one or more users for one or more use cases. Therefore, the credentials may need to be accessed from a number of locations or be referenced by a number of requests.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9"/>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Cloud account</a:t>
            </a:r>
            <a:endParaRPr/>
          </a:p>
        </p:txBody>
      </p:sp>
      <p:sp>
        <p:nvSpPr>
          <p:cNvPr id="359" name="Google Shape;359;p59"/>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1000"/>
              </a:spcAft>
              <a:buNone/>
            </a:pPr>
            <a:r>
              <a:rPr lang="en-GB">
                <a:solidFill>
                  <a:schemeClr val="dk1"/>
                </a:solidFill>
              </a:rPr>
              <a:t>Resources can be deployed to a cloud provider and may require creating the account to be used for additional provisioning.</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60"/>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Kubernetes namespace</a:t>
            </a:r>
            <a:endParaRPr/>
          </a:p>
        </p:txBody>
      </p:sp>
      <p:sp>
        <p:nvSpPr>
          <p:cNvPr id="365" name="Google Shape;365;p60"/>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1000"/>
              </a:spcAft>
              <a:buNone/>
            </a:pPr>
            <a:r>
              <a:rPr lang="en-GB"/>
              <a:t>Resources can be deployed to Kubernetes and may require creating the Kubernetes namespace to</a:t>
            </a:r>
            <a:r>
              <a:rPr lang="en-GB">
                <a:solidFill>
                  <a:schemeClr val="dk1"/>
                </a:solidFill>
              </a:rPr>
              <a:t> be used for additional provisioning.</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61"/>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Configuration</a:t>
            </a:r>
            <a:endParaRPr/>
          </a:p>
        </p:txBody>
      </p:sp>
      <p:sp>
        <p:nvSpPr>
          <p:cNvPr id="371" name="Google Shape;371;p61"/>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Clr>
                <a:schemeClr val="dk1"/>
              </a:buClr>
              <a:buSzPts val="1100"/>
              <a:buFont typeface="Arial"/>
              <a:buNone/>
            </a:pPr>
            <a:r>
              <a:rPr lang="en-GB">
                <a:solidFill>
                  <a:schemeClr val="dk1"/>
                </a:solidFill>
              </a:rPr>
              <a:t>Configuration refers to the unique settings for a resource.</a:t>
            </a:r>
            <a:endParaRPr>
              <a:solidFill>
                <a:schemeClr val="dk1"/>
              </a:solidFill>
            </a:endParaRPr>
          </a:p>
          <a:p>
            <a:pPr indent="0" lvl="0" marL="0" rtl="0" algn="l">
              <a:spcBef>
                <a:spcPts val="1000"/>
              </a:spcBef>
              <a:spcAft>
                <a:spcPts val="1000"/>
              </a:spcAft>
              <a:buNone/>
            </a:pPr>
            <a:r>
              <a:rPr lang="en-GB">
                <a:solidFill>
                  <a:schemeClr val="dk1"/>
                </a:solidFill>
              </a:rPr>
              <a:t>A resource may have global configuration or per user specific configuration. Depending on the use case, configuration may need to be combined with other configuration for other requests.</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62"/>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solidFill>
                  <a:schemeClr val="dk1"/>
                </a:solidFill>
              </a:rPr>
              <a:t>Git repository</a:t>
            </a:r>
            <a:endParaRPr>
              <a:solidFill>
                <a:schemeClr val="dk1"/>
              </a:solidFill>
            </a:endParaRPr>
          </a:p>
        </p:txBody>
      </p:sp>
      <p:sp>
        <p:nvSpPr>
          <p:cNvPr id="377" name="Google Shape;377;p62"/>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If the platform offers bootstrapping of a new service, it is common to also provide an initial example application and deployment.</a:t>
            </a:r>
            <a:endParaRPr/>
          </a:p>
          <a:p>
            <a:pPr indent="0" lvl="0" marL="0" rtl="0" algn="l">
              <a:spcBef>
                <a:spcPts val="1000"/>
              </a:spcBef>
              <a:spcAft>
                <a:spcPts val="1000"/>
              </a:spcAft>
              <a:buNone/>
            </a:pPr>
            <a:r>
              <a:rPr lang="en-GB"/>
              <a:t>This action can be done imperatively, simply creating the </a:t>
            </a:r>
            <a:r>
              <a:rPr lang="en-GB"/>
              <a:t>repository</a:t>
            </a:r>
            <a:r>
              <a:rPr lang="en-GB"/>
              <a:t> and handing it over to the user, or it can be done declaratively where the </a:t>
            </a:r>
            <a:r>
              <a:rPr lang="en-GB"/>
              <a:t>platform</a:t>
            </a:r>
            <a:r>
              <a:rPr lang="en-GB"/>
              <a:t> maintains awareness and even control over certain configurations which provides ongoing support.</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63"/>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Identity &amp; Access</a:t>
            </a:r>
            <a:endParaRPr/>
          </a:p>
        </p:txBody>
      </p:sp>
      <p:sp>
        <p:nvSpPr>
          <p:cNvPr id="383" name="Google Shape;383;p63"/>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IAM (aka Authz) is a set of rules and permissions that ensure the right people have access to the right resources, and only those resources.</a:t>
            </a:r>
            <a:endParaRPr/>
          </a:p>
          <a:p>
            <a:pPr indent="0" lvl="0" marL="0" rtl="0" algn="l">
              <a:spcBef>
                <a:spcPts val="1000"/>
              </a:spcBef>
              <a:spcAft>
                <a:spcPts val="1000"/>
              </a:spcAft>
              <a:buNone/>
            </a:pPr>
            <a:r>
              <a:rPr lang="en-GB"/>
              <a:t>Some rules may apply across a </a:t>
            </a:r>
            <a:r>
              <a:rPr lang="en-GB"/>
              <a:t>number</a:t>
            </a:r>
            <a:r>
              <a:rPr lang="en-GB"/>
              <a:t> of users and others may be more specific. For example, requiring 2-factor authentication for all users but accessing a specific instance may be limited to the requesting user.</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4"/>
          <p:cNvSpPr txBox="1"/>
          <p:nvPr>
            <p:ph type="title"/>
          </p:nvPr>
        </p:nvSpPr>
        <p:spPr>
          <a:xfrm>
            <a:off x="153881" y="471699"/>
            <a:ext cx="3077700" cy="2931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Existing resources</a:t>
            </a:r>
            <a:endParaRPr/>
          </a:p>
        </p:txBody>
      </p:sp>
      <p:sp>
        <p:nvSpPr>
          <p:cNvPr id="389" name="Google Shape;389;p64"/>
          <p:cNvSpPr txBox="1"/>
          <p:nvPr>
            <p:ph idx="1" type="subTitle"/>
          </p:nvPr>
        </p:nvSpPr>
        <p:spPr>
          <a:xfrm>
            <a:off x="153881" y="782362"/>
            <a:ext cx="3077700" cy="1564800"/>
          </a:xfrm>
          <a:prstGeom prst="rect">
            <a:avLst/>
          </a:prstGeom>
        </p:spPr>
        <p:txBody>
          <a:bodyPr anchorCtr="0" anchor="ctr" bIns="94800" lIns="94800" spcFirstLastPara="1" rIns="94800" wrap="square" tIns="94800">
            <a:noAutofit/>
          </a:bodyPr>
          <a:lstStyle/>
          <a:p>
            <a:pPr indent="0" lvl="0" marL="0" rtl="0" algn="l">
              <a:spcBef>
                <a:spcPts val="0"/>
              </a:spcBef>
              <a:spcAft>
                <a:spcPts val="0"/>
              </a:spcAft>
              <a:buNone/>
            </a:pPr>
            <a:r>
              <a:rPr lang="en-GB"/>
              <a:t>Some resources share a lifecycle </a:t>
            </a:r>
            <a:r>
              <a:rPr lang="en-GB"/>
              <a:t>with</a:t>
            </a:r>
            <a:r>
              <a:rPr lang="en-GB"/>
              <a:t> a number of dependencies. For example, an application may always be provisioned and </a:t>
            </a:r>
            <a:r>
              <a:rPr lang="en-GB"/>
              <a:t>decommissioned</a:t>
            </a:r>
            <a:r>
              <a:rPr lang="en-GB"/>
              <a:t> along with its database.</a:t>
            </a:r>
            <a:endParaRPr/>
          </a:p>
          <a:p>
            <a:pPr indent="0" lvl="0" marL="0" rtl="0" algn="l">
              <a:spcBef>
                <a:spcPts val="1000"/>
              </a:spcBef>
              <a:spcAft>
                <a:spcPts val="1000"/>
              </a:spcAft>
              <a:buNone/>
            </a:pPr>
            <a:r>
              <a:rPr lang="en-GB"/>
              <a:t>In this case the platform may choose to accept a single request for an application and manage database only in relation to that application.</a:t>
            </a:r>
            <a:endParaRPr>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A93377"/>
      </a:accent1>
      <a:accent2>
        <a:srgbClr val="EE6677"/>
      </a:accent2>
      <a:accent3>
        <a:srgbClr val="CCBB44"/>
      </a:accent3>
      <a:accent4>
        <a:srgbClr val="FFAB40"/>
      </a:accent4>
      <a:accent5>
        <a:srgbClr val="218832"/>
      </a:accent5>
      <a:accent6>
        <a:srgbClr val="4477AA"/>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